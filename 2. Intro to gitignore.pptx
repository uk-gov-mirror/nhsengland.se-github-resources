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3" r:id="rId4"/>
  </p:sldMasterIdLst>
  <p:notesMasterIdLst>
    <p:notesMasterId r:id="rId25"/>
  </p:notesMasterIdLst>
  <p:handoutMasterIdLst>
    <p:handoutMasterId r:id="rId26"/>
  </p:handoutMasterIdLst>
  <p:sldIdLst>
    <p:sldId id="1923" r:id="rId5"/>
    <p:sldId id="2147378273" r:id="rId6"/>
    <p:sldId id="2147378265" r:id="rId7"/>
    <p:sldId id="2147378267" r:id="rId8"/>
    <p:sldId id="2147378268" r:id="rId9"/>
    <p:sldId id="1946" r:id="rId10"/>
    <p:sldId id="2147378266" r:id="rId11"/>
    <p:sldId id="2147378269" r:id="rId12"/>
    <p:sldId id="2147378270" r:id="rId13"/>
    <p:sldId id="2147378276" r:id="rId14"/>
    <p:sldId id="2147378277" r:id="rId15"/>
    <p:sldId id="2147378278" r:id="rId16"/>
    <p:sldId id="2147378281" r:id="rId17"/>
    <p:sldId id="2147378283" r:id="rId18"/>
    <p:sldId id="2147378279" r:id="rId19"/>
    <p:sldId id="2147378282" r:id="rId20"/>
    <p:sldId id="2147378271" r:id="rId21"/>
    <p:sldId id="2147378272" r:id="rId22"/>
    <p:sldId id="2147378274" r:id="rId23"/>
    <p:sldId id="192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61470D-D743-4E1E-9CEE-39DD379902E9}">
          <p14:sldIdLst>
            <p14:sldId id="1923"/>
            <p14:sldId id="2147378273"/>
            <p14:sldId id="2147378265"/>
            <p14:sldId id="2147378267"/>
            <p14:sldId id="2147378268"/>
            <p14:sldId id="1946"/>
            <p14:sldId id="2147378266"/>
            <p14:sldId id="2147378269"/>
            <p14:sldId id="2147378270"/>
            <p14:sldId id="2147378276"/>
            <p14:sldId id="2147378277"/>
            <p14:sldId id="2147378278"/>
            <p14:sldId id="2147378281"/>
            <p14:sldId id="2147378283"/>
            <p14:sldId id="2147378279"/>
            <p14:sldId id="2147378282"/>
            <p14:sldId id="2147378271"/>
            <p14:sldId id="2147378272"/>
            <p14:sldId id="2147378274"/>
            <p14:sldId id="192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8D9512-6FD5-6297-306C-34B0D149D127}" name="BIRKS, Laura (NHS ENGLAND)" initials="LB" userId="S::laura.birks2@nhs.net::da3c8bd5-06ba-41d7-9043-89ea25be9882" providerId="AD"/>
  <p188:author id="{A7EADA63-EDB5-2190-2E40-4B74C5B6736F}" name="BLINCKO, Sarah (NHS ENGLAND)" initials="SB" userId="S::sarah.blincko1@nhs.net::dd26e808-a766-485b-886c-5159454dd072" providerId="AD"/>
  <p188:author id="{A9B4226A-13A2-9FFB-F7EF-174E89950DB7}" name="CUSACK, John (NHS ENGLAND)" initials="JC" userId="S::john.cusack@nhs.net::2e646d21-a006-4567-bd68-6c559f66f474" providerId="AD"/>
  <p188:author id="{4C683273-CC4E-53BB-BC0C-D25BC74C4DE1}" name="DEAN, Grace (NHS ENGLAND - X24)" initials="GD" userId="S::grace.dean1@nhs.net::59ce8c75-cae9-4b19-aaa4-16b5d11a7e34" providerId="AD"/>
  <p188:author id="{195DDE8A-3633-796B-479E-E3AE1166D0AB}" name="Samantha Warnakula" initials="SW" userId="S::samantha.warnakula1@nhs.net::a2a1d2e4-a5ba-45a0-8006-25849eae4e68" providerId="AD"/>
  <p188:author id="{98F962CC-1BA2-C892-411B-A55F62DBB360}" name="AKINLOYE, Samantha (NHS ENGLAND - X24)" initials="Sa" userId="S::samantha.akinloye@nhs.net::a2a1d2e4-a5ba-45a0-8006-25849eae4e68" providerId="AD"/>
  <p188:author id="{C05F6BD3-BF4A-9627-A76E-5C0F8A2605AF}" name="HUDSON, Elodie (NHS ENGLAND)" initials="HE" userId="S::elodie.hudson@nhs.net::9c158dc1-a713-4f95-b15a-97fb6be61d8d" providerId="AD"/>
  <p188:author id="{661885E2-CD68-5E2C-7E58-8456EC034E83}" name="MASSAM, Robert (NHS ENGLAND)" initials="ME" userId="S::r.massam@nhs.net::2781aa12-8428-417f-8f39-180a205c34bf" providerId="AD"/>
  <p188:author id="{475F94FD-8EBD-4FDF-1D3F-F2645AA08D82}" name="Tom Hook" initials="TH" userId="S::tom.hook2@nhs.net::3a6c974b-d64a-4398-91e6-9e5e306404b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rah Wilkinson" initials="SW" lastIdx="1" clrIdx="0">
    <p:extLst>
      <p:ext uri="{19B8F6BF-5375-455C-9EA6-DF929625EA0E}">
        <p15:presenceInfo xmlns:p15="http://schemas.microsoft.com/office/powerpoint/2012/main" userId="1186059c3be801a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9B8"/>
    <a:srgbClr val="005EB8"/>
    <a:srgbClr val="F6F8F8"/>
    <a:srgbClr val="003087"/>
    <a:srgbClr val="F2700E"/>
    <a:srgbClr val="425563"/>
    <a:srgbClr val="80D2CC"/>
    <a:srgbClr val="99DBD6"/>
    <a:srgbClr val="99DDEB"/>
    <a:srgbClr val="80D4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CC79B-BD17-497C-89BC-307398B36252}" v="1" dt="2025-11-11T15:23:06.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INCKO, Sarah (NHS ENGLAND)" userId="dd26e808-a766-485b-886c-5159454dd072" providerId="ADAL" clId="{3F87E013-0E27-473E-BFA9-1A515C100D53}"/>
    <pc:docChg chg="undo custSel delSld modSld modSection">
      <pc:chgData name="BLINCKO, Sarah (NHS ENGLAND)" userId="dd26e808-a766-485b-886c-5159454dd072" providerId="ADAL" clId="{3F87E013-0E27-473E-BFA9-1A515C100D53}" dt="2025-11-11T15:23:09.345" v="62" actId="20577"/>
      <pc:docMkLst>
        <pc:docMk/>
      </pc:docMkLst>
      <pc:sldChg chg="modSp mod modCm">
        <pc:chgData name="BLINCKO, Sarah (NHS ENGLAND)" userId="dd26e808-a766-485b-886c-5159454dd072" providerId="ADAL" clId="{3F87E013-0E27-473E-BFA9-1A515C100D53}" dt="2025-11-11T15:23:09.345" v="62" actId="20577"/>
        <pc:sldMkLst>
          <pc:docMk/>
          <pc:sldMk cId="1033189157" sldId="1924"/>
        </pc:sldMkLst>
        <pc:spChg chg="mod">
          <ac:chgData name="BLINCKO, Sarah (NHS ENGLAND)" userId="dd26e808-a766-485b-886c-5159454dd072" providerId="ADAL" clId="{3F87E013-0E27-473E-BFA9-1A515C100D53}" dt="2025-11-11T15:23:09.345" v="62" actId="20577"/>
          <ac:spMkLst>
            <pc:docMk/>
            <pc:sldMk cId="1033189157" sldId="1924"/>
            <ac:spMk id="3" creationId="{742D15F5-9444-F2A1-CCAC-58444448CB89}"/>
          </ac:spMkLst>
        </pc:spChg>
        <pc:extLst>
          <p:ext xmlns:p="http://schemas.openxmlformats.org/presentationml/2006/main" uri="{D6D511B9-2390-475A-947B-AFAB55BFBCF1}">
            <pc226:cmChg xmlns:pc226="http://schemas.microsoft.com/office/powerpoint/2022/06/main/command" chg="mod">
              <pc226:chgData name="BLINCKO, Sarah (NHS ENGLAND)" userId="dd26e808-a766-485b-886c-5159454dd072" providerId="ADAL" clId="{3F87E013-0E27-473E-BFA9-1A515C100D53}" dt="2025-11-11T15:23:09.345" v="62" actId="20577"/>
              <pc2:cmMkLst xmlns:pc2="http://schemas.microsoft.com/office/powerpoint/2019/9/main/command">
                <pc:docMk/>
                <pc:sldMk cId="1033189157" sldId="1924"/>
                <pc2:cmMk id="{0FC58B26-BDFE-42B9-839E-318CAF0C1E83}"/>
              </pc2:cmMkLst>
            </pc226:cmChg>
          </p:ext>
        </pc:extLst>
      </pc:sldChg>
      <pc:sldChg chg="modSp mod">
        <pc:chgData name="BLINCKO, Sarah (NHS ENGLAND)" userId="dd26e808-a766-485b-886c-5159454dd072" providerId="ADAL" clId="{3F87E013-0E27-473E-BFA9-1A515C100D53}" dt="2025-11-07T13:52:04.143" v="0" actId="20577"/>
        <pc:sldMkLst>
          <pc:docMk/>
          <pc:sldMk cId="1410811248" sldId="2147378268"/>
        </pc:sldMkLst>
        <pc:spChg chg="mod">
          <ac:chgData name="BLINCKO, Sarah (NHS ENGLAND)" userId="dd26e808-a766-485b-886c-5159454dd072" providerId="ADAL" clId="{3F87E013-0E27-473E-BFA9-1A515C100D53}" dt="2025-11-07T13:52:04.143" v="0" actId="20577"/>
          <ac:spMkLst>
            <pc:docMk/>
            <pc:sldMk cId="1410811248" sldId="2147378268"/>
            <ac:spMk id="2" creationId="{9FADC3FA-A991-4F7E-3C39-109B7EEE22EE}"/>
          </ac:spMkLst>
        </pc:spChg>
      </pc:sldChg>
      <pc:sldChg chg="modSp mod">
        <pc:chgData name="BLINCKO, Sarah (NHS ENGLAND)" userId="dd26e808-a766-485b-886c-5159454dd072" providerId="ADAL" clId="{3F87E013-0E27-473E-BFA9-1A515C100D53}" dt="2025-11-07T13:52:48.994" v="3" actId="20577"/>
        <pc:sldMkLst>
          <pc:docMk/>
          <pc:sldMk cId="4195774936" sldId="2147378269"/>
        </pc:sldMkLst>
        <pc:spChg chg="mod">
          <ac:chgData name="BLINCKO, Sarah (NHS ENGLAND)" userId="dd26e808-a766-485b-886c-5159454dd072" providerId="ADAL" clId="{3F87E013-0E27-473E-BFA9-1A515C100D53}" dt="2025-11-07T13:52:48.994" v="3" actId="20577"/>
          <ac:spMkLst>
            <pc:docMk/>
            <pc:sldMk cId="4195774936" sldId="2147378269"/>
            <ac:spMk id="2" creationId="{4A993E7A-411A-75A1-5C4E-BA502CE285BE}"/>
          </ac:spMkLst>
        </pc:spChg>
      </pc:sldChg>
      <pc:sldChg chg="modSp mod">
        <pc:chgData name="BLINCKO, Sarah (NHS ENGLAND)" userId="dd26e808-a766-485b-886c-5159454dd072" providerId="ADAL" clId="{3F87E013-0E27-473E-BFA9-1A515C100D53}" dt="2025-11-07T13:57:59.849" v="54" actId="27636"/>
        <pc:sldMkLst>
          <pc:docMk/>
          <pc:sldMk cId="2103353828" sldId="2147378272"/>
        </pc:sldMkLst>
        <pc:spChg chg="mod">
          <ac:chgData name="BLINCKO, Sarah (NHS ENGLAND)" userId="dd26e808-a766-485b-886c-5159454dd072" providerId="ADAL" clId="{3F87E013-0E27-473E-BFA9-1A515C100D53}" dt="2025-11-07T13:57:59.849" v="54" actId="27636"/>
          <ac:spMkLst>
            <pc:docMk/>
            <pc:sldMk cId="2103353828" sldId="2147378272"/>
            <ac:spMk id="2" creationId="{E188741E-0A31-203C-E532-383DDF55E02B}"/>
          </ac:spMkLst>
        </pc:spChg>
      </pc:sldChg>
      <pc:sldChg chg="addSp delSp modSp mod">
        <pc:chgData name="BLINCKO, Sarah (NHS ENGLAND)" userId="dd26e808-a766-485b-886c-5159454dd072" providerId="ADAL" clId="{3F87E013-0E27-473E-BFA9-1A515C100D53}" dt="2025-11-07T13:55:28.503" v="43" actId="1076"/>
        <pc:sldMkLst>
          <pc:docMk/>
          <pc:sldMk cId="880049742" sldId="2147378277"/>
        </pc:sldMkLst>
        <pc:spChg chg="mod">
          <ac:chgData name="BLINCKO, Sarah (NHS ENGLAND)" userId="dd26e808-a766-485b-886c-5159454dd072" providerId="ADAL" clId="{3F87E013-0E27-473E-BFA9-1A515C100D53}" dt="2025-11-07T13:55:21.669" v="41" actId="1076"/>
          <ac:spMkLst>
            <pc:docMk/>
            <pc:sldMk cId="880049742" sldId="2147378277"/>
            <ac:spMk id="9" creationId="{655E7087-E20E-F1F4-4320-1169FF1A9F2E}"/>
          </ac:spMkLst>
        </pc:spChg>
        <pc:spChg chg="mod">
          <ac:chgData name="BLINCKO, Sarah (NHS ENGLAND)" userId="dd26e808-a766-485b-886c-5159454dd072" providerId="ADAL" clId="{3F87E013-0E27-473E-BFA9-1A515C100D53}" dt="2025-11-07T13:55:16.741" v="39" actId="1076"/>
          <ac:spMkLst>
            <pc:docMk/>
            <pc:sldMk cId="880049742" sldId="2147378277"/>
            <ac:spMk id="10" creationId="{1E3FD67B-7259-D36D-6646-EA5F39639579}"/>
          </ac:spMkLst>
        </pc:spChg>
        <pc:picChg chg="add mod modCrop">
          <ac:chgData name="BLINCKO, Sarah (NHS ENGLAND)" userId="dd26e808-a766-485b-886c-5159454dd072" providerId="ADAL" clId="{3F87E013-0E27-473E-BFA9-1A515C100D53}" dt="2025-11-07T13:55:28.503" v="43" actId="1076"/>
          <ac:picMkLst>
            <pc:docMk/>
            <pc:sldMk cId="880049742" sldId="2147378277"/>
            <ac:picMk id="3" creationId="{95102BD1-A409-1A42-18C3-CF1ECEF8E21A}"/>
          </ac:picMkLst>
        </pc:picChg>
        <pc:picChg chg="mod">
          <ac:chgData name="BLINCKO, Sarah (NHS ENGLAND)" userId="dd26e808-a766-485b-886c-5159454dd072" providerId="ADAL" clId="{3F87E013-0E27-473E-BFA9-1A515C100D53}" dt="2025-11-07T13:55:16.741" v="39" actId="1076"/>
          <ac:picMkLst>
            <pc:docMk/>
            <pc:sldMk cId="880049742" sldId="2147378277"/>
            <ac:picMk id="8" creationId="{3934DAD5-DC97-F3D0-9539-A887D6D2BB7D}"/>
          </ac:picMkLst>
        </pc:picChg>
      </pc:sldChg>
      <pc:sldChg chg="addSp delSp modSp mod">
        <pc:chgData name="BLINCKO, Sarah (NHS ENGLAND)" userId="dd26e808-a766-485b-886c-5159454dd072" providerId="ADAL" clId="{3F87E013-0E27-473E-BFA9-1A515C100D53}" dt="2025-11-07T13:55:41.014" v="46" actId="1076"/>
        <pc:sldMkLst>
          <pc:docMk/>
          <pc:sldMk cId="1923839376" sldId="2147378278"/>
        </pc:sldMkLst>
        <pc:picChg chg="add mod">
          <ac:chgData name="BLINCKO, Sarah (NHS ENGLAND)" userId="dd26e808-a766-485b-886c-5159454dd072" providerId="ADAL" clId="{3F87E013-0E27-473E-BFA9-1A515C100D53}" dt="2025-11-07T13:55:41.014" v="46" actId="1076"/>
          <ac:picMkLst>
            <pc:docMk/>
            <pc:sldMk cId="1923839376" sldId="2147378278"/>
            <ac:picMk id="5" creationId="{93C8087E-C6DE-3EFA-3A08-5834E42EA29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EC95-64DF-BC69-FC71-A682B40486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9611872-9401-5D00-CCCA-46DDE0B8B9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C6D816-94D6-40FC-B977-F8A94C7E4824}" type="datetimeFigureOut">
              <a:rPr lang="en-GB" smtClean="0"/>
              <a:t>11/11/2025</a:t>
            </a:fld>
            <a:endParaRPr lang="en-GB"/>
          </a:p>
        </p:txBody>
      </p:sp>
      <p:sp>
        <p:nvSpPr>
          <p:cNvPr id="4" name="Footer Placeholder 3">
            <a:extLst>
              <a:ext uri="{FF2B5EF4-FFF2-40B4-BE49-F238E27FC236}">
                <a16:creationId xmlns:a16="http://schemas.microsoft.com/office/drawing/2014/main" id="{46056112-4593-5EC1-B7DA-2B07022F7AC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19C22BD-2C7D-A062-42A2-EA161F716A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0EB188-56CE-4FCB-8130-436851797F69}" type="slidenum">
              <a:rPr lang="en-GB" smtClean="0"/>
              <a:t>‹#›</a:t>
            </a:fld>
            <a:endParaRPr lang="en-GB"/>
          </a:p>
        </p:txBody>
      </p:sp>
    </p:spTree>
    <p:extLst>
      <p:ext uri="{BB962C8B-B14F-4D97-AF65-F5344CB8AC3E}">
        <p14:creationId xmlns:p14="http://schemas.microsoft.com/office/powerpoint/2010/main" val="31621816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EED4C3-48B6-4E4A-9B0F-8051E56348DC}" type="datetimeFigureOut">
              <a:rPr lang="en-GB" smtClean="0"/>
              <a:t>11/11/2025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4EC7EF-95E1-3D44-A982-BC7A3E9C617E}" type="slidenum">
              <a:rPr lang="en-GB" smtClean="0"/>
              <a:t>‹#›</a:t>
            </a:fld>
            <a:endParaRPr lang="en-GB"/>
          </a:p>
        </p:txBody>
      </p:sp>
    </p:spTree>
    <p:extLst>
      <p:ext uri="{BB962C8B-B14F-4D97-AF65-F5344CB8AC3E}">
        <p14:creationId xmlns:p14="http://schemas.microsoft.com/office/powerpoint/2010/main" val="1501633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Standard title slide</a:t>
            </a:r>
          </a:p>
        </p:txBody>
      </p:sp>
      <p:sp>
        <p:nvSpPr>
          <p:cNvPr id="4" name="Slide Number Placeholder 3"/>
          <p:cNvSpPr>
            <a:spLocks noGrp="1"/>
          </p:cNvSpPr>
          <p:nvPr>
            <p:ph type="sldNum" sz="quarter" idx="5"/>
          </p:nvPr>
        </p:nvSpPr>
        <p:spPr/>
        <p:txBody>
          <a:bodyPr/>
          <a:lstStyle/>
          <a:p>
            <a:fld id="{9A4EC7EF-95E1-3D44-A982-BC7A3E9C617E}" type="slidenum">
              <a:rPr lang="en-GB" smtClean="0"/>
              <a:t>1</a:t>
            </a:fld>
            <a:endParaRPr lang="en-GB"/>
          </a:p>
        </p:txBody>
      </p:sp>
    </p:spTree>
    <p:extLst>
      <p:ext uri="{BB962C8B-B14F-4D97-AF65-F5344CB8AC3E}">
        <p14:creationId xmlns:p14="http://schemas.microsoft.com/office/powerpoint/2010/main" val="247575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33867-562E-AE1B-1CFC-F5CF5EBE4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537B3-E0E2-0C4B-94E2-2E9E26124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FEC24-7F4B-2233-1AE6-2D0BC101201C}"/>
              </a:ext>
            </a:extLst>
          </p:cNvPr>
          <p:cNvSpPr>
            <a:spLocks noGrp="1"/>
          </p:cNvSpPr>
          <p:nvPr>
            <p:ph type="body" idx="1"/>
          </p:nvPr>
        </p:nvSpPr>
        <p:spPr/>
        <p:txBody>
          <a:bodyPr/>
          <a:lstStyle/>
          <a:p>
            <a:pPr marL="0" indent="0">
              <a:buClr>
                <a:schemeClr val="dk1"/>
              </a:buClr>
              <a:buSzPts val="1100"/>
              <a:buNone/>
            </a:pPr>
            <a:endParaRPr lang="en-GB" sz="800">
              <a:solidFill>
                <a:srgbClr val="FF0000"/>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DD8B0FC-018E-FD29-224D-97D9FF066FD1}"/>
              </a:ext>
            </a:extLst>
          </p:cNvPr>
          <p:cNvSpPr>
            <a:spLocks noGrp="1"/>
          </p:cNvSpPr>
          <p:nvPr>
            <p:ph type="sldNum" sz="quarter" idx="5"/>
          </p:nvPr>
        </p:nvSpPr>
        <p:spPr/>
        <p:txBody>
          <a:bodyPr/>
          <a:lstStyle/>
          <a:p>
            <a:fld id="{9A4EC7EF-95E1-3D44-A982-BC7A3E9C617E}" type="slidenum">
              <a:rPr lang="en-GB" smtClean="0"/>
              <a:t>3</a:t>
            </a:fld>
            <a:endParaRPr lang="en-GB"/>
          </a:p>
        </p:txBody>
      </p:sp>
    </p:spTree>
    <p:extLst>
      <p:ext uri="{BB962C8B-B14F-4D97-AF65-F5344CB8AC3E}">
        <p14:creationId xmlns:p14="http://schemas.microsoft.com/office/powerpoint/2010/main" val="670215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dk1"/>
              </a:buClr>
              <a:buSzPts val="1100"/>
              <a:buNone/>
            </a:pPr>
            <a:endParaRPr lang="en-GB" sz="800">
              <a:solidFill>
                <a:srgbClr val="FF0000"/>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9A4EC7EF-95E1-3D44-A982-BC7A3E9C617E}" type="slidenum">
              <a:rPr lang="en-GB" smtClean="0"/>
              <a:t>6</a:t>
            </a:fld>
            <a:endParaRPr lang="en-GB"/>
          </a:p>
        </p:txBody>
      </p:sp>
    </p:spTree>
    <p:extLst>
      <p:ext uri="{BB962C8B-B14F-4D97-AF65-F5344CB8AC3E}">
        <p14:creationId xmlns:p14="http://schemas.microsoft.com/office/powerpoint/2010/main" val="3636082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B4643-9824-E42A-81FA-BF9DF8737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525A9-2EE3-7635-4BDC-06350C088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1ED8E-7990-5E18-E9A8-AAABFA57F53A}"/>
              </a:ext>
            </a:extLst>
          </p:cNvPr>
          <p:cNvSpPr>
            <a:spLocks noGrp="1"/>
          </p:cNvSpPr>
          <p:nvPr>
            <p:ph type="body" idx="1"/>
          </p:nvPr>
        </p:nvSpPr>
        <p:spPr/>
        <p:txBody>
          <a:bodyPr/>
          <a:lstStyle/>
          <a:p>
            <a:pPr marL="0" indent="0">
              <a:buClr>
                <a:schemeClr val="dk1"/>
              </a:buClr>
              <a:buSzPts val="1100"/>
              <a:buNone/>
            </a:pPr>
            <a:endParaRPr lang="en-GB" sz="800">
              <a:solidFill>
                <a:srgbClr val="FF0000"/>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CE5A4F-0293-5C10-AAF5-89990C404D34}"/>
              </a:ext>
            </a:extLst>
          </p:cNvPr>
          <p:cNvSpPr>
            <a:spLocks noGrp="1"/>
          </p:cNvSpPr>
          <p:nvPr>
            <p:ph type="sldNum" sz="quarter" idx="5"/>
          </p:nvPr>
        </p:nvSpPr>
        <p:spPr/>
        <p:txBody>
          <a:bodyPr/>
          <a:lstStyle/>
          <a:p>
            <a:fld id="{9A4EC7EF-95E1-3D44-A982-BC7A3E9C617E}" type="slidenum">
              <a:rPr lang="en-GB" smtClean="0"/>
              <a:t>7</a:t>
            </a:fld>
            <a:endParaRPr lang="en-GB"/>
          </a:p>
        </p:txBody>
      </p:sp>
    </p:spTree>
    <p:extLst>
      <p:ext uri="{BB962C8B-B14F-4D97-AF65-F5344CB8AC3E}">
        <p14:creationId xmlns:p14="http://schemas.microsoft.com/office/powerpoint/2010/main" val="3812947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haven’t committed the file, it’s just in the folder and it is already doing its job</a:t>
            </a:r>
          </a:p>
        </p:txBody>
      </p:sp>
      <p:sp>
        <p:nvSpPr>
          <p:cNvPr id="4" name="Slide Number Placeholder 3"/>
          <p:cNvSpPr>
            <a:spLocks noGrp="1"/>
          </p:cNvSpPr>
          <p:nvPr>
            <p:ph type="sldNum" sz="quarter" idx="5"/>
          </p:nvPr>
        </p:nvSpPr>
        <p:spPr/>
        <p:txBody>
          <a:bodyPr/>
          <a:lstStyle/>
          <a:p>
            <a:fld id="{9A4EC7EF-95E1-3D44-A982-BC7A3E9C617E}" type="slidenum">
              <a:rPr lang="en-GB" smtClean="0"/>
              <a:t>16</a:t>
            </a:fld>
            <a:endParaRPr lang="en-GB"/>
          </a:p>
        </p:txBody>
      </p:sp>
    </p:spTree>
    <p:extLst>
      <p:ext uri="{BB962C8B-B14F-4D97-AF65-F5344CB8AC3E}">
        <p14:creationId xmlns:p14="http://schemas.microsoft.com/office/powerpoint/2010/main" val="1201243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eading, content, basic text one col">
    <p:bg>
      <p:bgPr>
        <a:solidFill>
          <a:srgbClr val="F6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5138" y="414734"/>
            <a:ext cx="11404154" cy="865186"/>
          </a:xfrm>
          <a:prstGeom prst="rect">
            <a:avLst/>
          </a:prstGeom>
        </p:spPr>
        <p:txBody>
          <a:bodyPr lIns="0" tIns="0" rIns="0" bIns="0">
            <a:normAutofit/>
          </a:bodyPr>
          <a:lstStyle>
            <a:lvl1pPr>
              <a:defRPr sz="3600" b="1">
                <a:solidFill>
                  <a:schemeClr val="tx1"/>
                </a:solidFill>
              </a:defRPr>
            </a:lvl1pPr>
          </a:lstStyle>
          <a:p>
            <a:r>
              <a:rPr lang="en-GB"/>
              <a:t>Heading</a:t>
            </a:r>
          </a:p>
        </p:txBody>
      </p:sp>
      <p:sp>
        <p:nvSpPr>
          <p:cNvPr id="3" name="Content Placeholder 2"/>
          <p:cNvSpPr>
            <a:spLocks noGrp="1"/>
          </p:cNvSpPr>
          <p:nvPr>
            <p:ph idx="1" hasCustomPrompt="1"/>
          </p:nvPr>
        </p:nvSpPr>
        <p:spPr>
          <a:xfrm>
            <a:off x="375138" y="1415778"/>
            <a:ext cx="7632000" cy="4026443"/>
          </a:xfrm>
          <a:prstGeom prst="rect">
            <a:avLst/>
          </a:prstGeom>
        </p:spPr>
        <p:txBody>
          <a:bodyPr lIns="0" tIns="0" rIns="0" bIns="0">
            <a:normAutofit/>
          </a:bodyPr>
          <a:lstStyle>
            <a:lvl1pPr marL="0" indent="0">
              <a:lnSpc>
                <a:spcPct val="100000"/>
              </a:lnSpc>
              <a:spcBef>
                <a:spcPts val="0"/>
              </a:spcBef>
              <a:spcAft>
                <a:spcPts val="600"/>
              </a:spcAft>
              <a:buClr>
                <a:schemeClr val="tx1"/>
              </a:buClr>
              <a:buFont typeface="Arial" panose="020B0604020202020204" pitchFamily="34" charset="0"/>
              <a:buNone/>
              <a:defRPr sz="2200" b="0">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Click to add text</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cxnSp>
        <p:nvCxnSpPr>
          <p:cNvPr id="11" name="Straight Connector 10">
            <a:extLst>
              <a:ext uri="{FF2B5EF4-FFF2-40B4-BE49-F238E27FC236}">
                <a16:creationId xmlns:a16="http://schemas.microsoft.com/office/drawing/2014/main" id="{5591C7AB-7F8B-2041-80C3-EE781F24EB94}"/>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645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mple-Icons-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2000" y="432000"/>
            <a:ext cx="11404154" cy="865186"/>
          </a:xfrm>
          <a:prstGeom prst="rect">
            <a:avLst/>
          </a:prstGeom>
        </p:spPr>
        <p:txBody>
          <a:bodyPr lIns="0" tIns="0" rIns="0" bIns="0">
            <a:normAutofit/>
          </a:bodyPr>
          <a:lstStyle>
            <a:lvl1pPr>
              <a:defRPr sz="3600" b="1">
                <a:solidFill>
                  <a:schemeClr val="tx1"/>
                </a:solidFill>
              </a:defRPr>
            </a:lvl1pPr>
          </a:lstStyle>
          <a:p>
            <a:r>
              <a:rPr lang="en-GB"/>
              <a:t>Heading</a:t>
            </a: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cxnSp>
        <p:nvCxnSpPr>
          <p:cNvPr id="11" name="Straight Connector 10">
            <a:extLst>
              <a:ext uri="{FF2B5EF4-FFF2-40B4-BE49-F238E27FC236}">
                <a16:creationId xmlns:a16="http://schemas.microsoft.com/office/drawing/2014/main" id="{5591C7AB-7F8B-2041-80C3-EE781F24EB94}"/>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741F68A-44AA-5742-B124-91614CFD14BB}"/>
              </a:ext>
              <a:ext uri="{C183D7F6-B498-43B3-948B-1728B52AA6E4}">
                <adec:decorative xmlns:adec="http://schemas.microsoft.com/office/drawing/2017/decorative" val="1"/>
              </a:ext>
            </a:extLst>
          </p:cNvPr>
          <p:cNvSpPr/>
          <p:nvPr userDrawn="1"/>
        </p:nvSpPr>
        <p:spPr>
          <a:xfrm>
            <a:off x="383058"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568E66E-4300-C34D-B490-E2E6A73E585A}"/>
              </a:ext>
              <a:ext uri="{C183D7F6-B498-43B3-948B-1728B52AA6E4}">
                <adec:decorative xmlns:adec="http://schemas.microsoft.com/office/drawing/2017/decorative" val="1"/>
              </a:ext>
            </a:extLst>
          </p:cNvPr>
          <p:cNvSpPr/>
          <p:nvPr userDrawn="1"/>
        </p:nvSpPr>
        <p:spPr>
          <a:xfrm>
            <a:off x="383058"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F337980B-A75B-014B-A7A8-965882204640}"/>
              </a:ext>
              <a:ext uri="{C183D7F6-B498-43B3-948B-1728B52AA6E4}">
                <adec:decorative xmlns:adec="http://schemas.microsoft.com/office/drawing/2017/decorative" val="1"/>
              </a:ext>
            </a:extLst>
          </p:cNvPr>
          <p:cNvSpPr/>
          <p:nvPr userDrawn="1"/>
        </p:nvSpPr>
        <p:spPr>
          <a:xfrm>
            <a:off x="1534525"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E8B5FF7D-C2EF-9E4C-A4CF-A835052E5DF8}"/>
              </a:ext>
              <a:ext uri="{C183D7F6-B498-43B3-948B-1728B52AA6E4}">
                <adec:decorative xmlns:adec="http://schemas.microsoft.com/office/drawing/2017/decorative" val="1"/>
              </a:ext>
            </a:extLst>
          </p:cNvPr>
          <p:cNvSpPr/>
          <p:nvPr userDrawn="1"/>
        </p:nvSpPr>
        <p:spPr>
          <a:xfrm>
            <a:off x="2685992"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177481C1-F4F0-BE4E-B991-152BB9620270}"/>
              </a:ext>
              <a:ext uri="{C183D7F6-B498-43B3-948B-1728B52AA6E4}">
                <adec:decorative xmlns:adec="http://schemas.microsoft.com/office/drawing/2017/decorative" val="1"/>
              </a:ext>
            </a:extLst>
          </p:cNvPr>
          <p:cNvSpPr/>
          <p:nvPr userDrawn="1"/>
        </p:nvSpPr>
        <p:spPr>
          <a:xfrm>
            <a:off x="3837459"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2FBC860F-BE8A-634D-9A96-33CE6D96B9F0}"/>
              </a:ext>
              <a:ext uri="{C183D7F6-B498-43B3-948B-1728B52AA6E4}">
                <adec:decorative xmlns:adec="http://schemas.microsoft.com/office/drawing/2017/decorative" val="1"/>
              </a:ext>
            </a:extLst>
          </p:cNvPr>
          <p:cNvSpPr/>
          <p:nvPr userDrawn="1"/>
        </p:nvSpPr>
        <p:spPr>
          <a:xfrm>
            <a:off x="4988926"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5FA913FF-786C-1944-BF18-E9AB064B3444}"/>
              </a:ext>
              <a:ext uri="{C183D7F6-B498-43B3-948B-1728B52AA6E4}">
                <adec:decorative xmlns:adec="http://schemas.microsoft.com/office/drawing/2017/decorative" val="1"/>
              </a:ext>
            </a:extLst>
          </p:cNvPr>
          <p:cNvSpPr/>
          <p:nvPr userDrawn="1"/>
        </p:nvSpPr>
        <p:spPr>
          <a:xfrm>
            <a:off x="6140393"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6C22D839-E390-8340-B649-B4FC5A6CFD70}"/>
              </a:ext>
              <a:ext uri="{C183D7F6-B498-43B3-948B-1728B52AA6E4}">
                <adec:decorative xmlns:adec="http://schemas.microsoft.com/office/drawing/2017/decorative" val="1"/>
              </a:ext>
            </a:extLst>
          </p:cNvPr>
          <p:cNvSpPr/>
          <p:nvPr userDrawn="1"/>
        </p:nvSpPr>
        <p:spPr>
          <a:xfrm>
            <a:off x="7291860"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4640EE3D-EEFC-874A-A65B-DDDE03FC3221}"/>
              </a:ext>
              <a:ext uri="{C183D7F6-B498-43B3-948B-1728B52AA6E4}">
                <adec:decorative xmlns:adec="http://schemas.microsoft.com/office/drawing/2017/decorative" val="1"/>
              </a:ext>
            </a:extLst>
          </p:cNvPr>
          <p:cNvSpPr/>
          <p:nvPr userDrawn="1"/>
        </p:nvSpPr>
        <p:spPr>
          <a:xfrm>
            <a:off x="8443327"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2A667BF2-B8EF-D949-9F15-FC3B3099AD58}"/>
              </a:ext>
              <a:ext uri="{C183D7F6-B498-43B3-948B-1728B52AA6E4}">
                <adec:decorative xmlns:adec="http://schemas.microsoft.com/office/drawing/2017/decorative" val="1"/>
              </a:ext>
            </a:extLst>
          </p:cNvPr>
          <p:cNvSpPr/>
          <p:nvPr userDrawn="1"/>
        </p:nvSpPr>
        <p:spPr>
          <a:xfrm>
            <a:off x="9594794"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47201170-3375-514F-99C2-E37C6903968A}"/>
              </a:ext>
              <a:ext uri="{C183D7F6-B498-43B3-948B-1728B52AA6E4}">
                <adec:decorative xmlns:adec="http://schemas.microsoft.com/office/drawing/2017/decorative" val="1"/>
              </a:ext>
            </a:extLst>
          </p:cNvPr>
          <p:cNvSpPr/>
          <p:nvPr userDrawn="1"/>
        </p:nvSpPr>
        <p:spPr>
          <a:xfrm>
            <a:off x="10746258" y="1811216"/>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E18572B-1544-A043-9B02-7AB01C90C51F}"/>
              </a:ext>
              <a:ext uri="{C183D7F6-B498-43B3-948B-1728B52AA6E4}">
                <adec:decorative xmlns:adec="http://schemas.microsoft.com/office/drawing/2017/decorative" val="1"/>
              </a:ext>
            </a:extLst>
          </p:cNvPr>
          <p:cNvSpPr/>
          <p:nvPr userDrawn="1"/>
        </p:nvSpPr>
        <p:spPr>
          <a:xfrm>
            <a:off x="1534525"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E8D2BEC2-9D68-CC4D-A04A-BB949A02D509}"/>
              </a:ext>
              <a:ext uri="{C183D7F6-B498-43B3-948B-1728B52AA6E4}">
                <adec:decorative xmlns:adec="http://schemas.microsoft.com/office/drawing/2017/decorative" val="1"/>
              </a:ext>
            </a:extLst>
          </p:cNvPr>
          <p:cNvSpPr/>
          <p:nvPr userDrawn="1"/>
        </p:nvSpPr>
        <p:spPr>
          <a:xfrm>
            <a:off x="2685992"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F7415083-D44F-FE40-A8D1-7BFAC700DF6C}"/>
              </a:ext>
              <a:ext uri="{C183D7F6-B498-43B3-948B-1728B52AA6E4}">
                <adec:decorative xmlns:adec="http://schemas.microsoft.com/office/drawing/2017/decorative" val="1"/>
              </a:ext>
            </a:extLst>
          </p:cNvPr>
          <p:cNvSpPr/>
          <p:nvPr userDrawn="1"/>
        </p:nvSpPr>
        <p:spPr>
          <a:xfrm>
            <a:off x="3837459"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5E67BC68-4FB2-EE4A-A33E-6A7AF0CF413F}"/>
              </a:ext>
              <a:ext uri="{C183D7F6-B498-43B3-948B-1728B52AA6E4}">
                <adec:decorative xmlns:adec="http://schemas.microsoft.com/office/drawing/2017/decorative" val="1"/>
              </a:ext>
            </a:extLst>
          </p:cNvPr>
          <p:cNvSpPr/>
          <p:nvPr userDrawn="1"/>
        </p:nvSpPr>
        <p:spPr>
          <a:xfrm>
            <a:off x="4988926"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0277C142-7A53-7A4A-A8FB-FBF33048E364}"/>
              </a:ext>
              <a:ext uri="{C183D7F6-B498-43B3-948B-1728B52AA6E4}">
                <adec:decorative xmlns:adec="http://schemas.microsoft.com/office/drawing/2017/decorative" val="1"/>
              </a:ext>
            </a:extLst>
          </p:cNvPr>
          <p:cNvSpPr/>
          <p:nvPr userDrawn="1"/>
        </p:nvSpPr>
        <p:spPr>
          <a:xfrm>
            <a:off x="6140393"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6ADC5831-BE66-5045-87AF-18EBDF02747B}"/>
              </a:ext>
              <a:ext uri="{C183D7F6-B498-43B3-948B-1728B52AA6E4}">
                <adec:decorative xmlns:adec="http://schemas.microsoft.com/office/drawing/2017/decorative" val="1"/>
              </a:ext>
            </a:extLst>
          </p:cNvPr>
          <p:cNvSpPr/>
          <p:nvPr userDrawn="1"/>
        </p:nvSpPr>
        <p:spPr>
          <a:xfrm>
            <a:off x="7291860"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2CB65DE4-B016-474E-A1C1-495957C7CA04}"/>
              </a:ext>
              <a:ext uri="{C183D7F6-B498-43B3-948B-1728B52AA6E4}">
                <adec:decorative xmlns:adec="http://schemas.microsoft.com/office/drawing/2017/decorative" val="1"/>
              </a:ext>
            </a:extLst>
          </p:cNvPr>
          <p:cNvSpPr/>
          <p:nvPr userDrawn="1"/>
        </p:nvSpPr>
        <p:spPr>
          <a:xfrm>
            <a:off x="8443327"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58B3AA15-3E6B-C347-B0BE-F416C5684A23}"/>
              </a:ext>
              <a:ext uri="{C183D7F6-B498-43B3-948B-1728B52AA6E4}">
                <adec:decorative xmlns:adec="http://schemas.microsoft.com/office/drawing/2017/decorative" val="1"/>
              </a:ext>
            </a:extLst>
          </p:cNvPr>
          <p:cNvSpPr/>
          <p:nvPr userDrawn="1"/>
        </p:nvSpPr>
        <p:spPr>
          <a:xfrm>
            <a:off x="9594794"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7AC0924D-A95B-1E43-84A3-825886C48DD3}"/>
              </a:ext>
              <a:ext uri="{C183D7F6-B498-43B3-948B-1728B52AA6E4}">
                <adec:decorative xmlns:adec="http://schemas.microsoft.com/office/drawing/2017/decorative" val="1"/>
              </a:ext>
            </a:extLst>
          </p:cNvPr>
          <p:cNvSpPr/>
          <p:nvPr userDrawn="1"/>
        </p:nvSpPr>
        <p:spPr>
          <a:xfrm>
            <a:off x="10746258" y="3175160"/>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CA6737CC-78B4-0C46-99B9-341CFA60EF40}"/>
              </a:ext>
              <a:ext uri="{C183D7F6-B498-43B3-948B-1728B52AA6E4}">
                <adec:decorative xmlns:adec="http://schemas.microsoft.com/office/drawing/2017/decorative" val="1"/>
              </a:ext>
            </a:extLst>
          </p:cNvPr>
          <p:cNvSpPr/>
          <p:nvPr userDrawn="1"/>
        </p:nvSpPr>
        <p:spPr>
          <a:xfrm>
            <a:off x="383058"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72455CAA-C332-E746-A62B-4F86F892F94A}"/>
              </a:ext>
              <a:ext uri="{C183D7F6-B498-43B3-948B-1728B52AA6E4}">
                <adec:decorative xmlns:adec="http://schemas.microsoft.com/office/drawing/2017/decorative" val="1"/>
              </a:ext>
            </a:extLst>
          </p:cNvPr>
          <p:cNvSpPr/>
          <p:nvPr userDrawn="1"/>
        </p:nvSpPr>
        <p:spPr>
          <a:xfrm>
            <a:off x="1534525"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8BF322EA-8B44-2C46-9412-34692FAFE8CB}"/>
              </a:ext>
              <a:ext uri="{C183D7F6-B498-43B3-948B-1728B52AA6E4}">
                <adec:decorative xmlns:adec="http://schemas.microsoft.com/office/drawing/2017/decorative" val="1"/>
              </a:ext>
            </a:extLst>
          </p:cNvPr>
          <p:cNvSpPr/>
          <p:nvPr userDrawn="1"/>
        </p:nvSpPr>
        <p:spPr>
          <a:xfrm>
            <a:off x="2685992"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BDB462B7-0B7F-EA46-9EFF-D26991D2304D}"/>
              </a:ext>
              <a:ext uri="{C183D7F6-B498-43B3-948B-1728B52AA6E4}">
                <adec:decorative xmlns:adec="http://schemas.microsoft.com/office/drawing/2017/decorative" val="1"/>
              </a:ext>
            </a:extLst>
          </p:cNvPr>
          <p:cNvSpPr/>
          <p:nvPr userDrawn="1"/>
        </p:nvSpPr>
        <p:spPr>
          <a:xfrm>
            <a:off x="3837459"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FF522785-C8F3-734E-AF20-487FED2CEBCA}"/>
              </a:ext>
              <a:ext uri="{C183D7F6-B498-43B3-948B-1728B52AA6E4}">
                <adec:decorative xmlns:adec="http://schemas.microsoft.com/office/drawing/2017/decorative" val="1"/>
              </a:ext>
            </a:extLst>
          </p:cNvPr>
          <p:cNvSpPr/>
          <p:nvPr userDrawn="1"/>
        </p:nvSpPr>
        <p:spPr>
          <a:xfrm>
            <a:off x="4988926"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798AD1D6-A541-1941-8B56-2FF0936767C6}"/>
              </a:ext>
              <a:ext uri="{C183D7F6-B498-43B3-948B-1728B52AA6E4}">
                <adec:decorative xmlns:adec="http://schemas.microsoft.com/office/drawing/2017/decorative" val="1"/>
              </a:ext>
            </a:extLst>
          </p:cNvPr>
          <p:cNvSpPr/>
          <p:nvPr userDrawn="1"/>
        </p:nvSpPr>
        <p:spPr>
          <a:xfrm>
            <a:off x="6140393"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A844F750-124C-F246-BCDD-67595B93DC88}"/>
              </a:ext>
              <a:ext uri="{C183D7F6-B498-43B3-948B-1728B52AA6E4}">
                <adec:decorative xmlns:adec="http://schemas.microsoft.com/office/drawing/2017/decorative" val="1"/>
              </a:ext>
            </a:extLst>
          </p:cNvPr>
          <p:cNvSpPr/>
          <p:nvPr userDrawn="1"/>
        </p:nvSpPr>
        <p:spPr>
          <a:xfrm>
            <a:off x="7291860"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15499656-96AE-C649-B3C1-81D5C6F60DA6}"/>
              </a:ext>
              <a:ext uri="{C183D7F6-B498-43B3-948B-1728B52AA6E4}">
                <adec:decorative xmlns:adec="http://schemas.microsoft.com/office/drawing/2017/decorative" val="1"/>
              </a:ext>
            </a:extLst>
          </p:cNvPr>
          <p:cNvSpPr/>
          <p:nvPr userDrawn="1"/>
        </p:nvSpPr>
        <p:spPr>
          <a:xfrm>
            <a:off x="8443327"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B3150134-3C23-2A41-8EC0-2D0F308CD2FE}"/>
              </a:ext>
              <a:ext uri="{C183D7F6-B498-43B3-948B-1728B52AA6E4}">
                <adec:decorative xmlns:adec="http://schemas.microsoft.com/office/drawing/2017/decorative" val="1"/>
              </a:ext>
            </a:extLst>
          </p:cNvPr>
          <p:cNvSpPr/>
          <p:nvPr userDrawn="1"/>
        </p:nvSpPr>
        <p:spPr>
          <a:xfrm>
            <a:off x="9594794"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4A542EAC-EEE9-2748-9DAC-6986FFF6348A}"/>
              </a:ext>
              <a:ext uri="{C183D7F6-B498-43B3-948B-1728B52AA6E4}">
                <adec:decorative xmlns:adec="http://schemas.microsoft.com/office/drawing/2017/decorative" val="1"/>
              </a:ext>
            </a:extLst>
          </p:cNvPr>
          <p:cNvSpPr/>
          <p:nvPr userDrawn="1"/>
        </p:nvSpPr>
        <p:spPr>
          <a:xfrm>
            <a:off x="10746258" y="4539104"/>
            <a:ext cx="1047157" cy="10246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2D1CDB1A-8B42-520A-323D-5D120AA42E9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Tree>
    <p:extLst>
      <p:ext uri="{BB962C8B-B14F-4D97-AF65-F5344CB8AC3E}">
        <p14:creationId xmlns:p14="http://schemas.microsoft.com/office/powerpoint/2010/main" val="1909195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ample-Icons-Layout">
    <p:bg>
      <p:bgPr>
        <a:solidFill>
          <a:srgbClr val="F6F8F8"/>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cxnSp>
        <p:nvCxnSpPr>
          <p:cNvPr id="11" name="Straight Connector 10">
            <a:extLst>
              <a:ext uri="{FF2B5EF4-FFF2-40B4-BE49-F238E27FC236}">
                <a16:creationId xmlns:a16="http://schemas.microsoft.com/office/drawing/2014/main" id="{5591C7AB-7F8B-2041-80C3-EE781F24EB94}"/>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741F68A-44AA-5742-B124-91614CFD14BB}"/>
              </a:ext>
              <a:ext uri="{C183D7F6-B498-43B3-948B-1728B52AA6E4}">
                <adec:decorative xmlns:adec="http://schemas.microsoft.com/office/drawing/2017/decorative" val="1"/>
              </a:ext>
            </a:extLst>
          </p:cNvPr>
          <p:cNvSpPr/>
          <p:nvPr userDrawn="1"/>
        </p:nvSpPr>
        <p:spPr>
          <a:xfrm>
            <a:off x="383058" y="3175160"/>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E18572B-1544-A043-9B02-7AB01C90C51F}"/>
              </a:ext>
              <a:ext uri="{C183D7F6-B498-43B3-948B-1728B52AA6E4}">
                <adec:decorative xmlns:adec="http://schemas.microsoft.com/office/drawing/2017/decorative" val="1"/>
              </a:ext>
            </a:extLst>
          </p:cNvPr>
          <p:cNvSpPr/>
          <p:nvPr userDrawn="1"/>
        </p:nvSpPr>
        <p:spPr>
          <a:xfrm>
            <a:off x="1534525" y="3175160"/>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E8D2BEC2-9D68-CC4D-A04A-BB949A02D509}"/>
              </a:ext>
              <a:ext uri="{C183D7F6-B498-43B3-948B-1728B52AA6E4}">
                <adec:decorative xmlns:adec="http://schemas.microsoft.com/office/drawing/2017/decorative" val="1"/>
              </a:ext>
            </a:extLst>
          </p:cNvPr>
          <p:cNvSpPr/>
          <p:nvPr userDrawn="1"/>
        </p:nvSpPr>
        <p:spPr>
          <a:xfrm>
            <a:off x="2685992" y="3175160"/>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F7415083-D44F-FE40-A8D1-7BFAC700DF6C}"/>
              </a:ext>
              <a:ext uri="{C183D7F6-B498-43B3-948B-1728B52AA6E4}">
                <adec:decorative xmlns:adec="http://schemas.microsoft.com/office/drawing/2017/decorative" val="1"/>
              </a:ext>
            </a:extLst>
          </p:cNvPr>
          <p:cNvSpPr/>
          <p:nvPr userDrawn="1"/>
        </p:nvSpPr>
        <p:spPr>
          <a:xfrm>
            <a:off x="3837459" y="3175160"/>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CA6737CC-78B4-0C46-99B9-341CFA60EF40}"/>
              </a:ext>
              <a:ext uri="{C183D7F6-B498-43B3-948B-1728B52AA6E4}">
                <adec:decorative xmlns:adec="http://schemas.microsoft.com/office/drawing/2017/decorative" val="1"/>
              </a:ext>
            </a:extLst>
          </p:cNvPr>
          <p:cNvSpPr/>
          <p:nvPr userDrawn="1"/>
        </p:nvSpPr>
        <p:spPr>
          <a:xfrm>
            <a:off x="383058" y="4544899"/>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72455CAA-C332-E746-A62B-4F86F892F94A}"/>
              </a:ext>
              <a:ext uri="{C183D7F6-B498-43B3-948B-1728B52AA6E4}">
                <adec:decorative xmlns:adec="http://schemas.microsoft.com/office/drawing/2017/decorative" val="1"/>
              </a:ext>
            </a:extLst>
          </p:cNvPr>
          <p:cNvSpPr/>
          <p:nvPr userDrawn="1"/>
        </p:nvSpPr>
        <p:spPr>
          <a:xfrm>
            <a:off x="1534525" y="4544899"/>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8BF322EA-8B44-2C46-9412-34692FAFE8CB}"/>
              </a:ext>
              <a:ext uri="{C183D7F6-B498-43B3-948B-1728B52AA6E4}">
                <adec:decorative xmlns:adec="http://schemas.microsoft.com/office/drawing/2017/decorative" val="1"/>
              </a:ext>
            </a:extLst>
          </p:cNvPr>
          <p:cNvSpPr/>
          <p:nvPr userDrawn="1"/>
        </p:nvSpPr>
        <p:spPr>
          <a:xfrm>
            <a:off x="2685992" y="4544899"/>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BDB462B7-0B7F-EA46-9EFF-D26991D2304D}"/>
              </a:ext>
              <a:ext uri="{C183D7F6-B498-43B3-948B-1728B52AA6E4}">
                <adec:decorative xmlns:adec="http://schemas.microsoft.com/office/drawing/2017/decorative" val="1"/>
              </a:ext>
            </a:extLst>
          </p:cNvPr>
          <p:cNvSpPr/>
          <p:nvPr userDrawn="1"/>
        </p:nvSpPr>
        <p:spPr>
          <a:xfrm>
            <a:off x="3837459" y="4544899"/>
            <a:ext cx="1047157" cy="1024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510BDAA4-2C6C-4E47-9616-5977DD23D840}"/>
              </a:ext>
              <a:ext uri="{C183D7F6-B498-43B3-948B-1728B52AA6E4}">
                <adec:decorative xmlns:adec="http://schemas.microsoft.com/office/drawing/2017/decorative" val="1"/>
              </a:ext>
            </a:extLst>
          </p:cNvPr>
          <p:cNvSpPr/>
          <p:nvPr userDrawn="1"/>
        </p:nvSpPr>
        <p:spPr>
          <a:xfrm>
            <a:off x="5122911" y="3175160"/>
            <a:ext cx="1991467" cy="194866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2691AF0D-B60D-2949-AB30-089AD6A4A5A1}"/>
              </a:ext>
              <a:ext uri="{C183D7F6-B498-43B3-948B-1728B52AA6E4}">
                <adec:decorative xmlns:adec="http://schemas.microsoft.com/office/drawing/2017/decorative" val="1"/>
              </a:ext>
            </a:extLst>
          </p:cNvPr>
          <p:cNvSpPr/>
          <p:nvPr userDrawn="1"/>
        </p:nvSpPr>
        <p:spPr>
          <a:xfrm>
            <a:off x="7474153" y="3175160"/>
            <a:ext cx="1991467" cy="194866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D76B0456-3FC3-5D44-A9F1-56A57FD0B992}"/>
              </a:ext>
              <a:ext uri="{C183D7F6-B498-43B3-948B-1728B52AA6E4}">
                <adec:decorative xmlns:adec="http://schemas.microsoft.com/office/drawing/2017/decorative" val="1"/>
              </a:ext>
            </a:extLst>
          </p:cNvPr>
          <p:cNvSpPr/>
          <p:nvPr userDrawn="1"/>
        </p:nvSpPr>
        <p:spPr>
          <a:xfrm>
            <a:off x="9825395" y="3175160"/>
            <a:ext cx="1991467" cy="194866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D569F651-3737-5832-DC5A-9DB8A57B6C7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
        <p:nvSpPr>
          <p:cNvPr id="5" name="Title 1">
            <a:extLst>
              <a:ext uri="{FF2B5EF4-FFF2-40B4-BE49-F238E27FC236}">
                <a16:creationId xmlns:a16="http://schemas.microsoft.com/office/drawing/2014/main" id="{A1CA835D-248C-29AB-B7DE-5AD7C7D2A867}"/>
              </a:ext>
            </a:extLst>
          </p:cNvPr>
          <p:cNvSpPr>
            <a:spLocks noGrp="1"/>
          </p:cNvSpPr>
          <p:nvPr>
            <p:ph type="title" hasCustomPrompt="1"/>
          </p:nvPr>
        </p:nvSpPr>
        <p:spPr>
          <a:xfrm>
            <a:off x="432000" y="432000"/>
            <a:ext cx="11404154" cy="865186"/>
          </a:xfrm>
          <a:prstGeom prst="rect">
            <a:avLst/>
          </a:prstGeom>
        </p:spPr>
        <p:txBody>
          <a:bodyPr lIns="0" tIns="0" rIns="0" bIns="0">
            <a:normAutofit/>
          </a:bodyPr>
          <a:lstStyle>
            <a:lvl1pPr>
              <a:defRPr sz="3600" b="1">
                <a:solidFill>
                  <a:schemeClr val="tx1"/>
                </a:solidFill>
              </a:defRPr>
            </a:lvl1pPr>
          </a:lstStyle>
          <a:p>
            <a:r>
              <a:rPr lang="en-GB"/>
              <a:t>Heading</a:t>
            </a:r>
          </a:p>
        </p:txBody>
      </p:sp>
    </p:spTree>
    <p:extLst>
      <p:ext uri="{BB962C8B-B14F-4D97-AF65-F5344CB8AC3E}">
        <p14:creationId xmlns:p14="http://schemas.microsoft.com/office/powerpoint/2010/main" val="421844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ubhead, two columns">
    <p:bg>
      <p:bgPr>
        <a:solidFill>
          <a:srgbClr val="F6F8F8"/>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BB79D01-2A70-DAF1-6A65-BC0424C2FEE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
        <p:nvSpPr>
          <p:cNvPr id="7" name="Title 1">
            <a:extLst>
              <a:ext uri="{FF2B5EF4-FFF2-40B4-BE49-F238E27FC236}">
                <a16:creationId xmlns:a16="http://schemas.microsoft.com/office/drawing/2014/main" id="{47E4AB90-2CB6-0646-B56C-4B58E33EC909}"/>
              </a:ext>
            </a:extLst>
          </p:cNvPr>
          <p:cNvSpPr>
            <a:spLocks noGrp="1"/>
          </p:cNvSpPr>
          <p:nvPr>
            <p:ph type="title" hasCustomPrompt="1"/>
          </p:nvPr>
        </p:nvSpPr>
        <p:spPr>
          <a:xfrm>
            <a:off x="432000" y="432000"/>
            <a:ext cx="11404154" cy="865186"/>
          </a:xfrm>
          <a:prstGeom prst="rect">
            <a:avLst/>
          </a:prstGeom>
        </p:spPr>
        <p:txBody>
          <a:bodyPr lIns="0" tIns="0" rIns="0" bIns="0">
            <a:normAutofit/>
          </a:bodyPr>
          <a:lstStyle>
            <a:lvl1pPr>
              <a:defRPr sz="3600" b="1">
                <a:solidFill>
                  <a:schemeClr val="tx1"/>
                </a:solidFill>
              </a:defRPr>
            </a:lvl1pPr>
          </a:lstStyle>
          <a:p>
            <a:r>
              <a:rPr lang="en-GB"/>
              <a:t>Heading</a:t>
            </a:r>
          </a:p>
        </p:txBody>
      </p:sp>
      <p:sp>
        <p:nvSpPr>
          <p:cNvPr id="8" name="Text Placeholder 7">
            <a:extLst>
              <a:ext uri="{FF2B5EF4-FFF2-40B4-BE49-F238E27FC236}">
                <a16:creationId xmlns:a16="http://schemas.microsoft.com/office/drawing/2014/main" id="{47286FFC-BD82-6E40-BA0C-B1C0F7127A99}"/>
              </a:ext>
            </a:extLst>
          </p:cNvPr>
          <p:cNvSpPr>
            <a:spLocks noGrp="1"/>
          </p:cNvSpPr>
          <p:nvPr>
            <p:ph type="body" sz="quarter" idx="13" hasCustomPrompt="1"/>
          </p:nvPr>
        </p:nvSpPr>
        <p:spPr>
          <a:xfrm>
            <a:off x="432000" y="2087999"/>
            <a:ext cx="11050700" cy="462017"/>
          </a:xfrm>
          <a:prstGeom prst="rect">
            <a:avLst/>
          </a:prstGeom>
        </p:spPr>
        <p:txBody>
          <a:bodyPr lIns="0" tIns="0" rIns="0" bIns="0" numCol="2" anchor="t">
            <a:noAutofit/>
          </a:bodyPr>
          <a:lstStyle>
            <a:lvl1pPr marL="0" indent="0">
              <a:lnSpc>
                <a:spcPct val="100000"/>
              </a:lnSpc>
              <a:spcBef>
                <a:spcPts val="0"/>
              </a:spcBef>
              <a:spcAft>
                <a:spcPts val="0"/>
              </a:spcAft>
              <a:buClr>
                <a:schemeClr val="tx1"/>
              </a:buClr>
              <a:buNone/>
              <a:defRPr sz="2400" b="1">
                <a:solidFill>
                  <a:schemeClr val="accent6"/>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Subhead if needed</a:t>
            </a:r>
          </a:p>
        </p:txBody>
      </p:sp>
      <p:sp>
        <p:nvSpPr>
          <p:cNvPr id="3" name="Content Placeholder 2"/>
          <p:cNvSpPr>
            <a:spLocks noGrp="1"/>
          </p:cNvSpPr>
          <p:nvPr>
            <p:ph idx="1"/>
          </p:nvPr>
        </p:nvSpPr>
        <p:spPr>
          <a:xfrm>
            <a:off x="432000" y="2735992"/>
            <a:ext cx="11088000" cy="3456000"/>
          </a:xfrm>
          <a:prstGeom prst="rect">
            <a:avLst/>
          </a:prstGeom>
        </p:spPr>
        <p:txBody>
          <a:bodyPr lIns="0" tIns="0" rIns="0" bIns="0" numCol="2" spcCol="432000">
            <a:noAutofit/>
          </a:bodyPr>
          <a:lstStyle>
            <a:lvl1pPr marL="0" indent="0">
              <a:lnSpc>
                <a:spcPct val="100000"/>
              </a:lnSpc>
              <a:spcBef>
                <a:spcPts val="0"/>
              </a:spcBef>
              <a:spcAft>
                <a:spcPts val="600"/>
              </a:spcAft>
              <a:buClr>
                <a:schemeClr val="tx1"/>
              </a:buClr>
              <a:buNone/>
              <a:defRPr sz="2200" b="0">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Click to edit Master text styles</a:t>
            </a:r>
          </a:p>
          <a:p>
            <a:pPr lvl="1"/>
            <a:r>
              <a:rPr lang="en-GB"/>
              <a:t>Second level</a:t>
            </a:r>
          </a:p>
        </p:txBody>
      </p:sp>
      <p:cxnSp>
        <p:nvCxnSpPr>
          <p:cNvPr id="12" name="Straight Connector 11">
            <a:extLst>
              <a:ext uri="{FF2B5EF4-FFF2-40B4-BE49-F238E27FC236}">
                <a16:creationId xmlns:a16="http://schemas.microsoft.com/office/drawing/2014/main" id="{18E2133D-2149-6B45-BEAB-A2D5E225B5AD}"/>
              </a:ext>
              <a:ext uri="{C183D7F6-B498-43B3-948B-1728B52AA6E4}">
                <adec:decorative xmlns:adec="http://schemas.microsoft.com/office/drawing/2017/decorative" val="1"/>
              </a:ext>
            </a:extLst>
          </p:cNvPr>
          <p:cNvCxnSpPr>
            <a:cxnSpLocks/>
          </p:cNvCxnSpPr>
          <p:nvPr userDrawn="1"/>
        </p:nvCxnSpPr>
        <p:spPr>
          <a:xfrm>
            <a:off x="408789" y="6336000"/>
            <a:ext cx="11399211"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spTree>
    <p:extLst>
      <p:ext uri="{BB962C8B-B14F-4D97-AF65-F5344CB8AC3E}">
        <p14:creationId xmlns:p14="http://schemas.microsoft.com/office/powerpoint/2010/main" val="424372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Title, subhead, Three columns">
    <p:bg>
      <p:bgPr>
        <a:solidFill>
          <a:srgbClr val="F6F8F8"/>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2736000"/>
            <a:ext cx="11088000" cy="3456000"/>
          </a:xfrm>
          <a:prstGeom prst="rect">
            <a:avLst/>
          </a:prstGeom>
        </p:spPr>
        <p:txBody>
          <a:bodyPr lIns="0" tIns="0" rIns="0" bIns="0" numCol="3" spcCol="432000">
            <a:noAutofit/>
          </a:bodyPr>
          <a:lstStyle>
            <a:lvl1pPr marL="0" indent="0">
              <a:lnSpc>
                <a:spcPct val="100000"/>
              </a:lnSpc>
              <a:spcBef>
                <a:spcPts val="0"/>
              </a:spcBef>
              <a:spcAft>
                <a:spcPts val="600"/>
              </a:spcAft>
              <a:buClr>
                <a:schemeClr val="tx1"/>
              </a:buClr>
              <a:buNone/>
              <a:defRPr sz="2200" b="0">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Click to edit Master text styles</a:t>
            </a:r>
          </a:p>
          <a:p>
            <a:pPr lvl="1"/>
            <a:r>
              <a:rPr lang="en-GB"/>
              <a:t>Second level</a:t>
            </a:r>
          </a:p>
        </p:txBody>
      </p:sp>
      <p:sp>
        <p:nvSpPr>
          <p:cNvPr id="8" name="Text Placeholder 7">
            <a:extLst>
              <a:ext uri="{FF2B5EF4-FFF2-40B4-BE49-F238E27FC236}">
                <a16:creationId xmlns:a16="http://schemas.microsoft.com/office/drawing/2014/main" id="{47286FFC-BD82-6E40-BA0C-B1C0F7127A99}"/>
              </a:ext>
            </a:extLst>
          </p:cNvPr>
          <p:cNvSpPr>
            <a:spLocks noGrp="1"/>
          </p:cNvSpPr>
          <p:nvPr>
            <p:ph type="body" sz="quarter" idx="13" hasCustomPrompt="1"/>
          </p:nvPr>
        </p:nvSpPr>
        <p:spPr>
          <a:xfrm>
            <a:off x="432000" y="2087999"/>
            <a:ext cx="11050700" cy="462017"/>
          </a:xfrm>
          <a:prstGeom prst="rect">
            <a:avLst/>
          </a:prstGeom>
        </p:spPr>
        <p:txBody>
          <a:bodyPr lIns="0" tIns="0" rIns="0" bIns="0" numCol="2" anchor="t">
            <a:noAutofit/>
          </a:bodyPr>
          <a:lstStyle>
            <a:lvl1pPr marL="0" indent="0">
              <a:lnSpc>
                <a:spcPct val="100000"/>
              </a:lnSpc>
              <a:spcBef>
                <a:spcPts val="0"/>
              </a:spcBef>
              <a:spcAft>
                <a:spcPts val="0"/>
              </a:spcAft>
              <a:buClr>
                <a:schemeClr val="tx1"/>
              </a:buClr>
              <a:buNone/>
              <a:defRPr sz="2400" b="1">
                <a:solidFill>
                  <a:schemeClr val="accent6"/>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Subhead if needed</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sp>
        <p:nvSpPr>
          <p:cNvPr id="7" name="Title 1">
            <a:extLst>
              <a:ext uri="{FF2B5EF4-FFF2-40B4-BE49-F238E27FC236}">
                <a16:creationId xmlns:a16="http://schemas.microsoft.com/office/drawing/2014/main" id="{47E4AB90-2CB6-0646-B56C-4B58E33EC909}"/>
              </a:ext>
            </a:extLst>
          </p:cNvPr>
          <p:cNvSpPr>
            <a:spLocks noGrp="1"/>
          </p:cNvSpPr>
          <p:nvPr>
            <p:ph type="title" hasCustomPrompt="1"/>
          </p:nvPr>
        </p:nvSpPr>
        <p:spPr>
          <a:xfrm>
            <a:off x="432000" y="432000"/>
            <a:ext cx="11404154" cy="865186"/>
          </a:xfrm>
          <a:prstGeom prst="rect">
            <a:avLst/>
          </a:prstGeom>
        </p:spPr>
        <p:txBody>
          <a:bodyPr lIns="0" tIns="0" rIns="0" bIns="0">
            <a:normAutofit/>
          </a:bodyPr>
          <a:lstStyle>
            <a:lvl1pPr>
              <a:defRPr sz="3600" b="1">
                <a:solidFill>
                  <a:schemeClr val="tx1"/>
                </a:solidFill>
              </a:defRPr>
            </a:lvl1pPr>
          </a:lstStyle>
          <a:p>
            <a:r>
              <a:rPr lang="en-GB"/>
              <a:t>Heading</a:t>
            </a:r>
          </a:p>
        </p:txBody>
      </p:sp>
      <p:cxnSp>
        <p:nvCxnSpPr>
          <p:cNvPr id="12" name="Straight Connector 11">
            <a:extLst>
              <a:ext uri="{FF2B5EF4-FFF2-40B4-BE49-F238E27FC236}">
                <a16:creationId xmlns:a16="http://schemas.microsoft.com/office/drawing/2014/main" id="{6A9D545D-FD2F-4843-8588-07EBE7DDAA13}"/>
              </a:ext>
              <a:ext uri="{C183D7F6-B498-43B3-948B-1728B52AA6E4}">
                <adec:decorative xmlns:adec="http://schemas.microsoft.com/office/drawing/2017/decorative" val="1"/>
              </a:ext>
            </a:extLst>
          </p:cNvPr>
          <p:cNvCxnSpPr>
            <a:cxnSpLocks/>
          </p:cNvCxnSpPr>
          <p:nvPr userDrawn="1"/>
        </p:nvCxnSpPr>
        <p:spPr>
          <a:xfrm>
            <a:off x="432000" y="63487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707F89CB-5AF7-9C7B-6503-F287E127E82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Tree>
    <p:extLst>
      <p:ext uri="{BB962C8B-B14F-4D97-AF65-F5344CB8AC3E}">
        <p14:creationId xmlns:p14="http://schemas.microsoft.com/office/powerpoint/2010/main" val="2287011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Heading, subhead, bullets one column">
    <p:bg>
      <p:bgPr>
        <a:solidFill>
          <a:srgbClr val="F6F8F8"/>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1828800"/>
            <a:ext cx="11088000" cy="4399199"/>
          </a:xfrm>
          <a:prstGeom prst="rect">
            <a:avLst/>
          </a:prstGeom>
        </p:spPr>
        <p:txBody>
          <a:bodyPr lIns="0" tIns="0" rIns="0" bIns="0">
            <a:normAutofit/>
          </a:bodyPr>
          <a:lstStyle>
            <a:lvl1pPr marL="0" indent="0">
              <a:lnSpc>
                <a:spcPct val="100000"/>
              </a:lnSpc>
              <a:spcBef>
                <a:spcPts val="0"/>
              </a:spcBef>
              <a:spcAft>
                <a:spcPts val="600"/>
              </a:spcAft>
              <a:buClr>
                <a:schemeClr val="tx1"/>
              </a:buClr>
              <a:buNone/>
              <a:defRPr sz="2200" b="0">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Click to edit Master text styles</a:t>
            </a:r>
          </a:p>
          <a:p>
            <a:pPr lvl="1"/>
            <a:r>
              <a:rPr lang="en-GB"/>
              <a:t>Second level</a:t>
            </a:r>
          </a:p>
        </p:txBody>
      </p:sp>
      <p:sp>
        <p:nvSpPr>
          <p:cNvPr id="8" name="Text Placeholder 7">
            <a:extLst>
              <a:ext uri="{FF2B5EF4-FFF2-40B4-BE49-F238E27FC236}">
                <a16:creationId xmlns:a16="http://schemas.microsoft.com/office/drawing/2014/main" id="{47286FFC-BD82-6E40-BA0C-B1C0F7127A99}"/>
              </a:ext>
            </a:extLst>
          </p:cNvPr>
          <p:cNvSpPr>
            <a:spLocks noGrp="1"/>
          </p:cNvSpPr>
          <p:nvPr>
            <p:ph type="body" sz="quarter" idx="13" hasCustomPrompt="1"/>
          </p:nvPr>
        </p:nvSpPr>
        <p:spPr>
          <a:xfrm>
            <a:off x="432000" y="1073366"/>
            <a:ext cx="11012644" cy="577927"/>
          </a:xfrm>
          <a:prstGeom prst="rect">
            <a:avLst/>
          </a:prstGeom>
        </p:spPr>
        <p:txBody>
          <a:bodyPr lIns="0" tIns="0" rIns="0" bIns="0">
            <a:noAutofit/>
          </a:bodyPr>
          <a:lstStyle>
            <a:lvl1pPr marL="0" indent="0">
              <a:lnSpc>
                <a:spcPts val="2200"/>
              </a:lnSpc>
              <a:spcBef>
                <a:spcPts val="0"/>
              </a:spcBef>
              <a:spcAft>
                <a:spcPts val="900"/>
              </a:spcAft>
              <a:buClr>
                <a:schemeClr val="tx1"/>
              </a:buClr>
              <a:buNone/>
              <a:defRPr sz="2400" b="1">
                <a:solidFill>
                  <a:schemeClr val="accent6"/>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Subhead</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sp>
        <p:nvSpPr>
          <p:cNvPr id="7" name="Title 1">
            <a:extLst>
              <a:ext uri="{FF2B5EF4-FFF2-40B4-BE49-F238E27FC236}">
                <a16:creationId xmlns:a16="http://schemas.microsoft.com/office/drawing/2014/main" id="{4F771D90-A686-C949-8872-F69893BCF8E4}"/>
              </a:ext>
            </a:extLst>
          </p:cNvPr>
          <p:cNvSpPr>
            <a:spLocks noGrp="1"/>
          </p:cNvSpPr>
          <p:nvPr>
            <p:ph type="title" hasCustomPrompt="1"/>
          </p:nvPr>
        </p:nvSpPr>
        <p:spPr>
          <a:xfrm>
            <a:off x="432000" y="208527"/>
            <a:ext cx="11404154" cy="865186"/>
          </a:xfrm>
          <a:prstGeom prst="rect">
            <a:avLst/>
          </a:prstGeom>
        </p:spPr>
        <p:txBody>
          <a:bodyPr lIns="0" tIns="0" rIns="0" bIns="0">
            <a:normAutofit/>
          </a:bodyPr>
          <a:lstStyle>
            <a:lvl1pPr>
              <a:defRPr sz="3600" b="1">
                <a:solidFill>
                  <a:schemeClr val="tx1"/>
                </a:solidFill>
              </a:defRPr>
            </a:lvl1pPr>
          </a:lstStyle>
          <a:p>
            <a:r>
              <a:rPr lang="en-GB"/>
              <a:t>Heading</a:t>
            </a:r>
          </a:p>
        </p:txBody>
      </p:sp>
      <p:cxnSp>
        <p:nvCxnSpPr>
          <p:cNvPr id="12" name="Straight Connector 11">
            <a:extLst>
              <a:ext uri="{FF2B5EF4-FFF2-40B4-BE49-F238E27FC236}">
                <a16:creationId xmlns:a16="http://schemas.microsoft.com/office/drawing/2014/main" id="{4CD5CE1C-46DF-8846-A4A0-E19A9CC397BE}"/>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64955267-CD3E-4484-1B20-32E90EB4EDCE}"/>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
        <p:nvSpPr>
          <p:cNvPr id="2" name="IG">
            <a:extLst>
              <a:ext uri="{FF2B5EF4-FFF2-40B4-BE49-F238E27FC236}">
                <a16:creationId xmlns:a16="http://schemas.microsoft.com/office/drawing/2014/main" id="{DA3D1B79-C342-CD69-2296-9881D7008963}"/>
              </a:ext>
            </a:extLst>
          </p:cNvPr>
          <p:cNvSpPr txBox="1"/>
          <p:nvPr userDrawn="1"/>
        </p:nvSpPr>
        <p:spPr>
          <a:xfrm>
            <a:off x="432000" y="6428701"/>
            <a:ext cx="6058546" cy="261610"/>
          </a:xfrm>
          <a:prstGeom prst="rect">
            <a:avLst/>
          </a:prstGeom>
          <a:noFill/>
        </p:spPr>
        <p:txBody>
          <a:bodyPr wrap="square" rtlCol="0">
            <a:spAutoFit/>
          </a:bodyPr>
          <a:lstStyle/>
          <a:p>
            <a:pPr>
              <a:defRPr/>
            </a:pPr>
            <a:r>
              <a:rPr kumimoji="0" lang="en-US" sz="1050" b="0" i="1" u="none" strike="noStrike" kern="1200" cap="none" spc="0" normalizeH="0" baseline="0" noProof="0">
                <a:ln>
                  <a:noFill/>
                </a:ln>
                <a:solidFill>
                  <a:srgbClr val="FF0000"/>
                </a:solidFill>
                <a:effectLst/>
                <a:uLnTx/>
                <a:uFillTx/>
                <a:latin typeface="Arial" charset="0"/>
                <a:cs typeface="Arial" charset="0"/>
              </a:rPr>
              <a:t>All data is for management information purposes and is not for wider circulation or publication</a:t>
            </a:r>
            <a:endParaRPr kumimoji="0" lang="en-US" sz="1050" b="0" i="0" u="none" strike="noStrike" kern="1200" cap="none" spc="0" normalizeH="0" baseline="0" noProof="0">
              <a:ln>
                <a:noFill/>
              </a:ln>
              <a:solidFill>
                <a:srgbClr val="A5A5A5">
                  <a:lumMod val="60000"/>
                  <a:lumOff val="40000"/>
                </a:srgbClr>
              </a:solidFill>
              <a:effectLst/>
              <a:uLnTx/>
              <a:uFillTx/>
              <a:latin typeface="Arial" charset="0"/>
              <a:cs typeface="Arial" charset="0"/>
            </a:endParaRPr>
          </a:p>
        </p:txBody>
      </p:sp>
    </p:spTree>
    <p:extLst>
      <p:ext uri="{BB962C8B-B14F-4D97-AF65-F5344CB8AC3E}">
        <p14:creationId xmlns:p14="http://schemas.microsoft.com/office/powerpoint/2010/main" val="40596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slide with image A">
    <p:bg>
      <p:bgPr>
        <a:solidFill>
          <a:srgbClr val="F6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4093" y="1647568"/>
            <a:ext cx="4909569" cy="3130069"/>
          </a:xfrm>
          <a:prstGeom prst="rect">
            <a:avLst/>
          </a:prstGeom>
        </p:spPr>
        <p:txBody>
          <a:bodyPr anchor="t">
            <a:normAutofit/>
          </a:bodyPr>
          <a:lstStyle>
            <a:lvl1pPr marL="0" indent="0">
              <a:lnSpc>
                <a:spcPts val="4200"/>
              </a:lnSpc>
              <a:defRPr sz="3600" b="1">
                <a:solidFill>
                  <a:schemeClr val="tx1"/>
                </a:solidFill>
              </a:defRPr>
            </a:lvl1pPr>
          </a:lstStyle>
          <a:p>
            <a:r>
              <a:rPr lang="en-GB"/>
              <a:t>Headline over a number of lines,</a:t>
            </a:r>
            <a:br>
              <a:rPr lang="en-GB"/>
            </a:br>
            <a:r>
              <a:rPr lang="en-GB"/>
              <a:t>keep to maximum of four lines</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tx1"/>
                </a:solidFill>
              </a:rPr>
              <a:pPr algn="r"/>
              <a:t>‹#›</a:t>
            </a:fld>
            <a:endParaRPr lang="en-GB" sz="1200">
              <a:solidFill>
                <a:schemeClr val="tx1"/>
              </a:solidFill>
            </a:endParaRPr>
          </a:p>
        </p:txBody>
      </p:sp>
      <p:sp>
        <p:nvSpPr>
          <p:cNvPr id="7" name="Picture Placeholder 6">
            <a:extLst>
              <a:ext uri="{FF2B5EF4-FFF2-40B4-BE49-F238E27FC236}">
                <a16:creationId xmlns:a16="http://schemas.microsoft.com/office/drawing/2014/main" id="{1EF456E7-F404-A541-B6E9-27C1B10EC600}"/>
              </a:ext>
            </a:extLst>
          </p:cNvPr>
          <p:cNvSpPr>
            <a:spLocks noGrp="1"/>
          </p:cNvSpPr>
          <p:nvPr>
            <p:ph type="pic" sz="quarter" idx="10" hasCustomPrompt="1"/>
          </p:nvPr>
        </p:nvSpPr>
        <p:spPr>
          <a:xfrm>
            <a:off x="6096000" y="0"/>
            <a:ext cx="6096000" cy="6858000"/>
          </a:xfrm>
          <a:prstGeom prst="rect">
            <a:avLst/>
          </a:prstGeom>
          <a:solidFill>
            <a:schemeClr val="tx2"/>
          </a:solidFill>
        </p:spPr>
        <p:txBody>
          <a:bodyPr tIns="2340000"/>
          <a:lstStyle>
            <a:lvl1pPr algn="ctr">
              <a:buNone/>
              <a:defRPr/>
            </a:lvl1pPr>
          </a:lstStyle>
          <a:p>
            <a:r>
              <a:rPr lang="en-GB"/>
              <a:t>Click on icon to insert image (including Alt Text)</a:t>
            </a:r>
          </a:p>
        </p:txBody>
      </p:sp>
    </p:spTree>
    <p:extLst>
      <p:ext uri="{BB962C8B-B14F-4D97-AF65-F5344CB8AC3E}">
        <p14:creationId xmlns:p14="http://schemas.microsoft.com/office/powerpoint/2010/main" val="304328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CON Grid Boxes 4UP Gre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244FF8-F4E4-0514-77D0-8D8D69F9337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
        <p:nvSpPr>
          <p:cNvPr id="18" name="Title 1">
            <a:extLst>
              <a:ext uri="{FF2B5EF4-FFF2-40B4-BE49-F238E27FC236}">
                <a16:creationId xmlns:a16="http://schemas.microsoft.com/office/drawing/2014/main" id="{1ACF78F6-439A-384B-9C21-D11B5B50E050}"/>
              </a:ext>
            </a:extLst>
          </p:cNvPr>
          <p:cNvSpPr>
            <a:spLocks noGrp="1"/>
          </p:cNvSpPr>
          <p:nvPr>
            <p:ph type="title" hasCustomPrompt="1"/>
          </p:nvPr>
        </p:nvSpPr>
        <p:spPr>
          <a:xfrm>
            <a:off x="432000" y="432000"/>
            <a:ext cx="11404154" cy="695727"/>
          </a:xfrm>
          <a:prstGeom prst="rect">
            <a:avLst/>
          </a:prstGeom>
        </p:spPr>
        <p:txBody>
          <a:bodyPr lIns="0" tIns="0" rIns="0" bIns="0">
            <a:normAutofit/>
          </a:bodyPr>
          <a:lstStyle>
            <a:lvl1pPr>
              <a:defRPr sz="3600" b="1">
                <a:solidFill>
                  <a:schemeClr val="tx1"/>
                </a:solidFill>
              </a:defRPr>
            </a:lvl1pPr>
          </a:lstStyle>
          <a:p>
            <a:r>
              <a:rPr lang="en-GB"/>
              <a:t>Heading</a:t>
            </a:r>
          </a:p>
        </p:txBody>
      </p:sp>
      <p:sp>
        <p:nvSpPr>
          <p:cNvPr id="4" name="Rectangle: Top Corners Rounded 3">
            <a:extLst>
              <a:ext uri="{FF2B5EF4-FFF2-40B4-BE49-F238E27FC236}">
                <a16:creationId xmlns:a16="http://schemas.microsoft.com/office/drawing/2014/main" id="{B540671A-ED56-3548-A508-080ABBDB5E58}"/>
              </a:ext>
              <a:ext uri="{C183D7F6-B498-43B3-948B-1728B52AA6E4}">
                <adec:decorative xmlns:adec="http://schemas.microsoft.com/office/drawing/2017/decorative" val="1"/>
              </a:ext>
            </a:extLst>
          </p:cNvPr>
          <p:cNvSpPr/>
          <p:nvPr userDrawn="1"/>
        </p:nvSpPr>
        <p:spPr>
          <a:xfrm>
            <a:off x="2277721" y="1188000"/>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47286FFC-BD82-6E40-BA0C-B1C0F7127A99}"/>
              </a:ext>
            </a:extLst>
          </p:cNvPr>
          <p:cNvSpPr>
            <a:spLocks noGrp="1"/>
          </p:cNvSpPr>
          <p:nvPr>
            <p:ph type="body" sz="quarter" idx="13"/>
          </p:nvPr>
        </p:nvSpPr>
        <p:spPr>
          <a:xfrm>
            <a:off x="2277721" y="2088000"/>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0" name="Rectangle: Top Corners Rounded 19">
            <a:extLst>
              <a:ext uri="{FF2B5EF4-FFF2-40B4-BE49-F238E27FC236}">
                <a16:creationId xmlns:a16="http://schemas.microsoft.com/office/drawing/2014/main" id="{08FEBAA5-9C5F-2648-899B-9991822EBFF6}"/>
              </a:ext>
              <a:ext uri="{C183D7F6-B498-43B3-948B-1728B52AA6E4}">
                <adec:decorative xmlns:adec="http://schemas.microsoft.com/office/drawing/2017/decorative" val="1"/>
              </a:ext>
            </a:extLst>
          </p:cNvPr>
          <p:cNvSpPr/>
          <p:nvPr userDrawn="1"/>
        </p:nvSpPr>
        <p:spPr>
          <a:xfrm>
            <a:off x="6231884" y="1188000"/>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 Placeholder 7">
            <a:extLst>
              <a:ext uri="{FF2B5EF4-FFF2-40B4-BE49-F238E27FC236}">
                <a16:creationId xmlns:a16="http://schemas.microsoft.com/office/drawing/2014/main" id="{7F90A04B-AAE8-A248-ADF6-A73BF8ECD7AE}"/>
              </a:ext>
            </a:extLst>
          </p:cNvPr>
          <p:cNvSpPr>
            <a:spLocks noGrp="1"/>
          </p:cNvSpPr>
          <p:nvPr>
            <p:ph type="body" sz="quarter" idx="14"/>
          </p:nvPr>
        </p:nvSpPr>
        <p:spPr>
          <a:xfrm>
            <a:off x="6231884" y="2089034"/>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5" name="Rectangle: Top Corners Rounded 24">
            <a:extLst>
              <a:ext uri="{FF2B5EF4-FFF2-40B4-BE49-F238E27FC236}">
                <a16:creationId xmlns:a16="http://schemas.microsoft.com/office/drawing/2014/main" id="{8FD6A08D-6DD3-C845-8B17-CC9297B607DC}"/>
              </a:ext>
              <a:ext uri="{C183D7F6-B498-43B3-948B-1728B52AA6E4}">
                <adec:decorative xmlns:adec="http://schemas.microsoft.com/office/drawing/2017/decorative" val="1"/>
              </a:ext>
            </a:extLst>
          </p:cNvPr>
          <p:cNvSpPr/>
          <p:nvPr userDrawn="1"/>
        </p:nvSpPr>
        <p:spPr>
          <a:xfrm>
            <a:off x="2277721" y="3749267"/>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 Placeholder 7">
            <a:extLst>
              <a:ext uri="{FF2B5EF4-FFF2-40B4-BE49-F238E27FC236}">
                <a16:creationId xmlns:a16="http://schemas.microsoft.com/office/drawing/2014/main" id="{6017D8E3-CAD4-674B-ABC3-946291000D2B}"/>
              </a:ext>
            </a:extLst>
          </p:cNvPr>
          <p:cNvSpPr>
            <a:spLocks noGrp="1"/>
          </p:cNvSpPr>
          <p:nvPr>
            <p:ph type="body" sz="quarter" idx="16"/>
          </p:nvPr>
        </p:nvSpPr>
        <p:spPr>
          <a:xfrm>
            <a:off x="2277721" y="4649267"/>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7" name="Rectangle: Top Corners Rounded 26">
            <a:extLst>
              <a:ext uri="{FF2B5EF4-FFF2-40B4-BE49-F238E27FC236}">
                <a16:creationId xmlns:a16="http://schemas.microsoft.com/office/drawing/2014/main" id="{B5A7277B-59DD-844A-A364-77AED24CBAC1}"/>
              </a:ext>
              <a:ext uri="{C183D7F6-B498-43B3-948B-1728B52AA6E4}">
                <adec:decorative xmlns:adec="http://schemas.microsoft.com/office/drawing/2017/decorative" val="1"/>
              </a:ext>
            </a:extLst>
          </p:cNvPr>
          <p:cNvSpPr/>
          <p:nvPr userDrawn="1"/>
        </p:nvSpPr>
        <p:spPr>
          <a:xfrm>
            <a:off x="6239447" y="3752201"/>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 Placeholder 7">
            <a:extLst>
              <a:ext uri="{FF2B5EF4-FFF2-40B4-BE49-F238E27FC236}">
                <a16:creationId xmlns:a16="http://schemas.microsoft.com/office/drawing/2014/main" id="{07BD5561-5536-6F4A-AD32-EFB7423F22AA}"/>
              </a:ext>
            </a:extLst>
          </p:cNvPr>
          <p:cNvSpPr>
            <a:spLocks noGrp="1"/>
          </p:cNvSpPr>
          <p:nvPr>
            <p:ph type="body" sz="quarter" idx="17"/>
          </p:nvPr>
        </p:nvSpPr>
        <p:spPr>
          <a:xfrm>
            <a:off x="6231884" y="4650427"/>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cxnSp>
        <p:nvCxnSpPr>
          <p:cNvPr id="7" name="Straight Connector 6">
            <a:extLst>
              <a:ext uri="{FF2B5EF4-FFF2-40B4-BE49-F238E27FC236}">
                <a16:creationId xmlns:a16="http://schemas.microsoft.com/office/drawing/2014/main" id="{7DBEB741-20EA-C36A-7EF8-DE1CD1F1AA0C}"/>
              </a:ext>
              <a:ext uri="{C183D7F6-B498-43B3-948B-1728B52AA6E4}">
                <adec:decorative xmlns:adec="http://schemas.microsoft.com/office/drawing/2017/decorative" val="1"/>
              </a:ext>
            </a:extLst>
          </p:cNvPr>
          <p:cNvCxnSpPr>
            <a:cxnSpLocks/>
          </p:cNvCxnSpPr>
          <p:nvPr userDrawn="1"/>
        </p:nvCxnSpPr>
        <p:spPr>
          <a:xfrm>
            <a:off x="432000" y="6336000"/>
            <a:ext cx="11384862"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spTree>
    <p:extLst>
      <p:ext uri="{BB962C8B-B14F-4D97-AF65-F5344CB8AC3E}">
        <p14:creationId xmlns:p14="http://schemas.microsoft.com/office/powerpoint/2010/main" val="404918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CON Grid Boxes 2UP Grey">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sp>
        <p:nvSpPr>
          <p:cNvPr id="19" name="Text Placeholder 7">
            <a:extLst>
              <a:ext uri="{FF2B5EF4-FFF2-40B4-BE49-F238E27FC236}">
                <a16:creationId xmlns:a16="http://schemas.microsoft.com/office/drawing/2014/main" id="{7F90A04B-AAE8-A248-ADF6-A73BF8ECD7AE}"/>
              </a:ext>
            </a:extLst>
          </p:cNvPr>
          <p:cNvSpPr>
            <a:spLocks noGrp="1"/>
          </p:cNvSpPr>
          <p:nvPr>
            <p:ph type="body" sz="quarter" idx="14"/>
          </p:nvPr>
        </p:nvSpPr>
        <p:spPr>
          <a:xfrm>
            <a:off x="432000" y="2699082"/>
            <a:ext cx="3564000" cy="3311999"/>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0" name="Rectangle: Top Corners Rounded 19">
            <a:extLst>
              <a:ext uri="{FF2B5EF4-FFF2-40B4-BE49-F238E27FC236}">
                <a16:creationId xmlns:a16="http://schemas.microsoft.com/office/drawing/2014/main" id="{08FEBAA5-9C5F-2648-899B-9991822EBFF6}"/>
              </a:ext>
              <a:ext uri="{C183D7F6-B498-43B3-948B-1728B52AA6E4}">
                <adec:decorative xmlns:adec="http://schemas.microsoft.com/office/drawing/2017/decorative" val="1"/>
              </a:ext>
            </a:extLst>
          </p:cNvPr>
          <p:cNvSpPr/>
          <p:nvPr userDrawn="1"/>
        </p:nvSpPr>
        <p:spPr>
          <a:xfrm>
            <a:off x="432000" y="1691082"/>
            <a:ext cx="3564000" cy="1008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 Placeholder 7">
            <a:extLst>
              <a:ext uri="{FF2B5EF4-FFF2-40B4-BE49-F238E27FC236}">
                <a16:creationId xmlns:a16="http://schemas.microsoft.com/office/drawing/2014/main" id="{242484D6-4364-A442-9ABC-5042556E6205}"/>
              </a:ext>
            </a:extLst>
          </p:cNvPr>
          <p:cNvSpPr>
            <a:spLocks noGrp="1"/>
          </p:cNvSpPr>
          <p:nvPr>
            <p:ph type="body" sz="quarter" idx="15"/>
          </p:nvPr>
        </p:nvSpPr>
        <p:spPr>
          <a:xfrm>
            <a:off x="4324378" y="2699082"/>
            <a:ext cx="3564000" cy="3311999"/>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2" name="Rectangle: Top Corners Rounded 21">
            <a:extLst>
              <a:ext uri="{FF2B5EF4-FFF2-40B4-BE49-F238E27FC236}">
                <a16:creationId xmlns:a16="http://schemas.microsoft.com/office/drawing/2014/main" id="{9E7ED11E-4751-6140-AC11-8C5B88B96EE4}"/>
              </a:ext>
              <a:ext uri="{C183D7F6-B498-43B3-948B-1728B52AA6E4}">
                <adec:decorative xmlns:adec="http://schemas.microsoft.com/office/drawing/2017/decorative" val="1"/>
              </a:ext>
            </a:extLst>
          </p:cNvPr>
          <p:cNvSpPr/>
          <p:nvPr userDrawn="1"/>
        </p:nvSpPr>
        <p:spPr>
          <a:xfrm>
            <a:off x="4324378" y="1691082"/>
            <a:ext cx="3564000" cy="1008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7D87C9DF-7113-134C-B859-0141E7D1B2DB}"/>
              </a:ext>
            </a:extLst>
          </p:cNvPr>
          <p:cNvSpPr txBox="1"/>
          <p:nvPr userDrawn="1"/>
        </p:nvSpPr>
        <p:spPr>
          <a:xfrm>
            <a:off x="4700954" y="6530388"/>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1" name="Title 1">
            <a:extLst>
              <a:ext uri="{FF2B5EF4-FFF2-40B4-BE49-F238E27FC236}">
                <a16:creationId xmlns:a16="http://schemas.microsoft.com/office/drawing/2014/main" id="{C5DD270E-858A-0745-A4F5-3FE5B49194FA}"/>
              </a:ext>
            </a:extLst>
          </p:cNvPr>
          <p:cNvSpPr>
            <a:spLocks noGrp="1"/>
          </p:cNvSpPr>
          <p:nvPr>
            <p:ph type="title" hasCustomPrompt="1"/>
          </p:nvPr>
        </p:nvSpPr>
        <p:spPr>
          <a:xfrm>
            <a:off x="432000" y="432000"/>
            <a:ext cx="11404154" cy="695727"/>
          </a:xfrm>
          <a:prstGeom prst="rect">
            <a:avLst/>
          </a:prstGeom>
        </p:spPr>
        <p:txBody>
          <a:bodyPr lIns="0" tIns="0" rIns="0" bIns="0">
            <a:normAutofit/>
          </a:bodyPr>
          <a:lstStyle>
            <a:lvl1pPr>
              <a:defRPr sz="3600" b="1">
                <a:solidFill>
                  <a:schemeClr val="tx1"/>
                </a:solidFill>
              </a:defRPr>
            </a:lvl1pPr>
          </a:lstStyle>
          <a:p>
            <a:r>
              <a:rPr lang="en-GB"/>
              <a:t>Heading</a:t>
            </a:r>
          </a:p>
        </p:txBody>
      </p:sp>
      <p:pic>
        <p:nvPicPr>
          <p:cNvPr id="3" name="Picture 2">
            <a:extLst>
              <a:ext uri="{FF2B5EF4-FFF2-40B4-BE49-F238E27FC236}">
                <a16:creationId xmlns:a16="http://schemas.microsoft.com/office/drawing/2014/main" id="{6FD787DC-00EF-B13A-FE97-CE51273E86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cxnSp>
        <p:nvCxnSpPr>
          <p:cNvPr id="5" name="Straight Connector 4">
            <a:extLst>
              <a:ext uri="{FF2B5EF4-FFF2-40B4-BE49-F238E27FC236}">
                <a16:creationId xmlns:a16="http://schemas.microsoft.com/office/drawing/2014/main" id="{20783BA3-377B-7D8A-0B7B-91C314676A0C}"/>
              </a:ext>
              <a:ext uri="{C183D7F6-B498-43B3-948B-1728B52AA6E4}">
                <adec:decorative xmlns:adec="http://schemas.microsoft.com/office/drawing/2017/decorative" val="1"/>
              </a:ext>
            </a:extLst>
          </p:cNvPr>
          <p:cNvCxnSpPr>
            <a:cxnSpLocks/>
          </p:cNvCxnSpPr>
          <p:nvPr userDrawn="1"/>
        </p:nvCxnSpPr>
        <p:spPr>
          <a:xfrm>
            <a:off x="432000" y="6336000"/>
            <a:ext cx="11384862"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61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Grid, Titles 4UP Grey">
    <p:spTree>
      <p:nvGrpSpPr>
        <p:cNvPr id="1" name=""/>
        <p:cNvGrpSpPr/>
        <p:nvPr/>
      </p:nvGrpSpPr>
      <p:grpSpPr>
        <a:xfrm>
          <a:off x="0" y="0"/>
          <a:ext cx="0" cy="0"/>
          <a:chOff x="0" y="0"/>
          <a:chExt cx="0" cy="0"/>
        </a:xfrm>
      </p:grpSpPr>
      <p:sp>
        <p:nvSpPr>
          <p:cNvPr id="18" name="Rectangle: Top Corners Rounded 17">
            <a:extLst>
              <a:ext uri="{FF2B5EF4-FFF2-40B4-BE49-F238E27FC236}">
                <a16:creationId xmlns:a16="http://schemas.microsoft.com/office/drawing/2014/main" id="{205929B3-ED58-E54F-B724-E24FB5F163DF}"/>
              </a:ext>
              <a:ext uri="{C183D7F6-B498-43B3-948B-1728B52AA6E4}">
                <adec:decorative xmlns:adec="http://schemas.microsoft.com/office/drawing/2017/decorative" val="1"/>
              </a:ext>
            </a:extLst>
          </p:cNvPr>
          <p:cNvSpPr/>
          <p:nvPr userDrawn="1"/>
        </p:nvSpPr>
        <p:spPr>
          <a:xfrm>
            <a:off x="432000" y="1188000"/>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47286FFC-BD82-6E40-BA0C-B1C0F7127A99}"/>
              </a:ext>
            </a:extLst>
          </p:cNvPr>
          <p:cNvSpPr>
            <a:spLocks noGrp="1"/>
          </p:cNvSpPr>
          <p:nvPr>
            <p:ph type="body" sz="quarter" idx="13"/>
          </p:nvPr>
        </p:nvSpPr>
        <p:spPr>
          <a:xfrm>
            <a:off x="432000" y="2088000"/>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pPr algn="r"/>
              <a:t>‹#›</a:t>
            </a:fld>
            <a:endParaRPr lang="en-GB" sz="1200">
              <a:solidFill>
                <a:schemeClr val="accent6"/>
              </a:solidFill>
            </a:endParaRPr>
          </a:p>
        </p:txBody>
      </p:sp>
      <p:sp>
        <p:nvSpPr>
          <p:cNvPr id="19" name="Text Placeholder 7">
            <a:extLst>
              <a:ext uri="{FF2B5EF4-FFF2-40B4-BE49-F238E27FC236}">
                <a16:creationId xmlns:a16="http://schemas.microsoft.com/office/drawing/2014/main" id="{7F90A04B-AAE8-A248-ADF6-A73BF8ECD7AE}"/>
              </a:ext>
            </a:extLst>
          </p:cNvPr>
          <p:cNvSpPr>
            <a:spLocks noGrp="1"/>
          </p:cNvSpPr>
          <p:nvPr>
            <p:ph type="body" sz="quarter" idx="14"/>
          </p:nvPr>
        </p:nvSpPr>
        <p:spPr>
          <a:xfrm>
            <a:off x="4392000" y="2089034"/>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0" name="Rectangle: Top Corners Rounded 19">
            <a:extLst>
              <a:ext uri="{FF2B5EF4-FFF2-40B4-BE49-F238E27FC236}">
                <a16:creationId xmlns:a16="http://schemas.microsoft.com/office/drawing/2014/main" id="{08FEBAA5-9C5F-2648-899B-9991822EBFF6}"/>
              </a:ext>
              <a:ext uri="{C183D7F6-B498-43B3-948B-1728B52AA6E4}">
                <adec:decorative xmlns:adec="http://schemas.microsoft.com/office/drawing/2017/decorative" val="1"/>
              </a:ext>
            </a:extLst>
          </p:cNvPr>
          <p:cNvSpPr/>
          <p:nvPr userDrawn="1"/>
        </p:nvSpPr>
        <p:spPr>
          <a:xfrm>
            <a:off x="4392000" y="1188000"/>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 Placeholder 7">
            <a:extLst>
              <a:ext uri="{FF2B5EF4-FFF2-40B4-BE49-F238E27FC236}">
                <a16:creationId xmlns:a16="http://schemas.microsoft.com/office/drawing/2014/main" id="{6017D8E3-CAD4-674B-ABC3-946291000D2B}"/>
              </a:ext>
            </a:extLst>
          </p:cNvPr>
          <p:cNvSpPr>
            <a:spLocks noGrp="1"/>
          </p:cNvSpPr>
          <p:nvPr>
            <p:ph type="body" sz="quarter" idx="16"/>
          </p:nvPr>
        </p:nvSpPr>
        <p:spPr>
          <a:xfrm>
            <a:off x="432000" y="4644000"/>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4" name="TextBox 23">
            <a:extLst>
              <a:ext uri="{FF2B5EF4-FFF2-40B4-BE49-F238E27FC236}">
                <a16:creationId xmlns:a16="http://schemas.microsoft.com/office/drawing/2014/main" id="{7D87C9DF-7113-134C-B859-0141E7D1B2DB}"/>
              </a:ext>
            </a:extLst>
          </p:cNvPr>
          <p:cNvSpPr txBox="1"/>
          <p:nvPr userDrawn="1"/>
        </p:nvSpPr>
        <p:spPr>
          <a:xfrm>
            <a:off x="4700954" y="6530388"/>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25" name="Rectangle: Top Corners Rounded 24">
            <a:extLst>
              <a:ext uri="{FF2B5EF4-FFF2-40B4-BE49-F238E27FC236}">
                <a16:creationId xmlns:a16="http://schemas.microsoft.com/office/drawing/2014/main" id="{8FD6A08D-6DD3-C845-8B17-CC9297B607DC}"/>
              </a:ext>
              <a:ext uri="{C183D7F6-B498-43B3-948B-1728B52AA6E4}">
                <adec:decorative xmlns:adec="http://schemas.microsoft.com/office/drawing/2017/decorative" val="1"/>
              </a:ext>
            </a:extLst>
          </p:cNvPr>
          <p:cNvSpPr/>
          <p:nvPr userDrawn="1"/>
        </p:nvSpPr>
        <p:spPr>
          <a:xfrm>
            <a:off x="432000" y="3744000"/>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 Placeholder 7">
            <a:extLst>
              <a:ext uri="{FF2B5EF4-FFF2-40B4-BE49-F238E27FC236}">
                <a16:creationId xmlns:a16="http://schemas.microsoft.com/office/drawing/2014/main" id="{07BD5561-5536-6F4A-AD32-EFB7423F22AA}"/>
              </a:ext>
            </a:extLst>
          </p:cNvPr>
          <p:cNvSpPr>
            <a:spLocks noGrp="1"/>
          </p:cNvSpPr>
          <p:nvPr>
            <p:ph type="body" sz="quarter" idx="17"/>
          </p:nvPr>
        </p:nvSpPr>
        <p:spPr>
          <a:xfrm>
            <a:off x="4392000" y="4644000"/>
            <a:ext cx="3564000" cy="1512000"/>
          </a:xfrm>
          <a:prstGeom prst="rect">
            <a:avLst/>
          </a:prstGeom>
          <a:solidFill>
            <a:srgbClr val="F2F2F2"/>
          </a:solidFill>
        </p:spPr>
        <p:txBody>
          <a:bodyPr lIns="216000" tIns="216000" rIns="216000" bIns="216000">
            <a:noAutofit/>
          </a:bodyPr>
          <a:lstStyle>
            <a:lvl1pPr marL="0" indent="0">
              <a:lnSpc>
                <a:spcPts val="2200"/>
              </a:lnSpc>
              <a:spcBef>
                <a:spcPts val="0"/>
              </a:spcBef>
              <a:spcAft>
                <a:spcPts val="900"/>
              </a:spcAft>
              <a:buClr>
                <a:schemeClr val="tx1"/>
              </a:buClr>
              <a:buNone/>
              <a:defRPr sz="1800">
                <a:solidFill>
                  <a:schemeClr val="tx1"/>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Click to edit Master text styles</a:t>
            </a:r>
          </a:p>
        </p:txBody>
      </p:sp>
      <p:sp>
        <p:nvSpPr>
          <p:cNvPr id="27" name="Rectangle: Top Corners Rounded 26">
            <a:extLst>
              <a:ext uri="{FF2B5EF4-FFF2-40B4-BE49-F238E27FC236}">
                <a16:creationId xmlns:a16="http://schemas.microsoft.com/office/drawing/2014/main" id="{B5A7277B-59DD-844A-A364-77AED24CBAC1}"/>
              </a:ext>
              <a:ext uri="{C183D7F6-B498-43B3-948B-1728B52AA6E4}">
                <adec:decorative xmlns:adec="http://schemas.microsoft.com/office/drawing/2017/decorative" val="1"/>
              </a:ext>
            </a:extLst>
          </p:cNvPr>
          <p:cNvSpPr/>
          <p:nvPr userDrawn="1"/>
        </p:nvSpPr>
        <p:spPr>
          <a:xfrm>
            <a:off x="4392000" y="3744000"/>
            <a:ext cx="3564000" cy="900000"/>
          </a:xfrm>
          <a:prstGeom prst="round2SameRect">
            <a:avLst/>
          </a:prstGeom>
          <a:solidFill>
            <a:srgbClr val="E4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itle 1">
            <a:extLst>
              <a:ext uri="{FF2B5EF4-FFF2-40B4-BE49-F238E27FC236}">
                <a16:creationId xmlns:a16="http://schemas.microsoft.com/office/drawing/2014/main" id="{7F5640E1-FA0E-4F42-9387-CD7C434D28C4}"/>
              </a:ext>
            </a:extLst>
          </p:cNvPr>
          <p:cNvSpPr>
            <a:spLocks noGrp="1"/>
          </p:cNvSpPr>
          <p:nvPr>
            <p:ph type="title" hasCustomPrompt="1"/>
          </p:nvPr>
        </p:nvSpPr>
        <p:spPr>
          <a:xfrm>
            <a:off x="432000" y="432000"/>
            <a:ext cx="11404154" cy="695727"/>
          </a:xfrm>
          <a:prstGeom prst="rect">
            <a:avLst/>
          </a:prstGeom>
        </p:spPr>
        <p:txBody>
          <a:bodyPr lIns="0" tIns="0" rIns="0" bIns="0">
            <a:normAutofit/>
          </a:bodyPr>
          <a:lstStyle>
            <a:lvl1pPr>
              <a:defRPr sz="3600" b="1">
                <a:solidFill>
                  <a:schemeClr val="tx1"/>
                </a:solidFill>
              </a:defRPr>
            </a:lvl1pPr>
          </a:lstStyle>
          <a:p>
            <a:r>
              <a:rPr lang="en-GB"/>
              <a:t>Heading</a:t>
            </a:r>
          </a:p>
        </p:txBody>
      </p:sp>
      <p:sp>
        <p:nvSpPr>
          <p:cNvPr id="3" name="Text Placeholder 2">
            <a:extLst>
              <a:ext uri="{FF2B5EF4-FFF2-40B4-BE49-F238E27FC236}">
                <a16:creationId xmlns:a16="http://schemas.microsoft.com/office/drawing/2014/main" id="{AEF555C5-A77A-2E44-BAF7-246298421E13}"/>
              </a:ext>
            </a:extLst>
          </p:cNvPr>
          <p:cNvSpPr>
            <a:spLocks noGrp="1"/>
          </p:cNvSpPr>
          <p:nvPr>
            <p:ph type="body" sz="quarter" idx="18" hasCustomPrompt="1"/>
          </p:nvPr>
        </p:nvSpPr>
        <p:spPr>
          <a:xfrm>
            <a:off x="540000" y="1296000"/>
            <a:ext cx="3348000" cy="684000"/>
          </a:xfrm>
        </p:spPr>
        <p:txBody>
          <a:bodyPr anchor="ctr"/>
          <a:lstStyle>
            <a:lvl1pPr algn="ctr">
              <a:buNone/>
              <a:defRPr sz="2200" b="1">
                <a:solidFill>
                  <a:schemeClr val="accent6"/>
                </a:solidFill>
              </a:defRPr>
            </a:lvl1pPr>
          </a:lstStyle>
          <a:p>
            <a:pPr lvl="0"/>
            <a:r>
              <a:rPr lang="en-GB"/>
              <a:t>Insert title</a:t>
            </a:r>
          </a:p>
        </p:txBody>
      </p:sp>
      <p:sp>
        <p:nvSpPr>
          <p:cNvPr id="22" name="Text Placeholder 2">
            <a:extLst>
              <a:ext uri="{FF2B5EF4-FFF2-40B4-BE49-F238E27FC236}">
                <a16:creationId xmlns:a16="http://schemas.microsoft.com/office/drawing/2014/main" id="{D4B913F3-B51C-1F4F-BA00-F024BBF468C2}"/>
              </a:ext>
            </a:extLst>
          </p:cNvPr>
          <p:cNvSpPr>
            <a:spLocks noGrp="1"/>
          </p:cNvSpPr>
          <p:nvPr>
            <p:ph type="body" sz="quarter" idx="19" hasCustomPrompt="1"/>
          </p:nvPr>
        </p:nvSpPr>
        <p:spPr>
          <a:xfrm>
            <a:off x="4500000" y="1302462"/>
            <a:ext cx="3348000" cy="684000"/>
          </a:xfrm>
        </p:spPr>
        <p:txBody>
          <a:bodyPr anchor="ctr"/>
          <a:lstStyle>
            <a:lvl1pPr algn="ctr">
              <a:buNone/>
              <a:defRPr sz="2200" b="1">
                <a:solidFill>
                  <a:schemeClr val="accent6"/>
                </a:solidFill>
              </a:defRPr>
            </a:lvl1pPr>
          </a:lstStyle>
          <a:p>
            <a:pPr lvl="0"/>
            <a:r>
              <a:rPr lang="en-GB"/>
              <a:t>Insert title</a:t>
            </a:r>
          </a:p>
        </p:txBody>
      </p:sp>
      <p:sp>
        <p:nvSpPr>
          <p:cNvPr id="30" name="Text Placeholder 2">
            <a:extLst>
              <a:ext uri="{FF2B5EF4-FFF2-40B4-BE49-F238E27FC236}">
                <a16:creationId xmlns:a16="http://schemas.microsoft.com/office/drawing/2014/main" id="{9A16CC21-F99A-6F47-A063-FA9FE06BAE1A}"/>
              </a:ext>
            </a:extLst>
          </p:cNvPr>
          <p:cNvSpPr>
            <a:spLocks noGrp="1"/>
          </p:cNvSpPr>
          <p:nvPr>
            <p:ph type="body" sz="quarter" idx="20" hasCustomPrompt="1"/>
          </p:nvPr>
        </p:nvSpPr>
        <p:spPr>
          <a:xfrm>
            <a:off x="540000" y="3852000"/>
            <a:ext cx="3348000" cy="684000"/>
          </a:xfrm>
        </p:spPr>
        <p:txBody>
          <a:bodyPr anchor="ctr"/>
          <a:lstStyle>
            <a:lvl1pPr algn="ctr">
              <a:buNone/>
              <a:defRPr sz="2200" b="1">
                <a:solidFill>
                  <a:schemeClr val="accent6"/>
                </a:solidFill>
              </a:defRPr>
            </a:lvl1pPr>
          </a:lstStyle>
          <a:p>
            <a:pPr lvl="0"/>
            <a:r>
              <a:rPr lang="en-GB"/>
              <a:t>Insert title</a:t>
            </a:r>
          </a:p>
        </p:txBody>
      </p:sp>
      <p:sp>
        <p:nvSpPr>
          <p:cNvPr id="31" name="Text Placeholder 2">
            <a:extLst>
              <a:ext uri="{FF2B5EF4-FFF2-40B4-BE49-F238E27FC236}">
                <a16:creationId xmlns:a16="http://schemas.microsoft.com/office/drawing/2014/main" id="{511DBD00-D83F-EF49-900D-B6C65CED2738}"/>
              </a:ext>
            </a:extLst>
          </p:cNvPr>
          <p:cNvSpPr>
            <a:spLocks noGrp="1"/>
          </p:cNvSpPr>
          <p:nvPr>
            <p:ph type="body" sz="quarter" idx="21" hasCustomPrompt="1"/>
          </p:nvPr>
        </p:nvSpPr>
        <p:spPr>
          <a:xfrm>
            <a:off x="4500000" y="3852000"/>
            <a:ext cx="3348000" cy="684000"/>
          </a:xfrm>
        </p:spPr>
        <p:txBody>
          <a:bodyPr anchor="ctr"/>
          <a:lstStyle>
            <a:lvl1pPr algn="ctr">
              <a:buNone/>
              <a:defRPr sz="2200" b="1">
                <a:solidFill>
                  <a:schemeClr val="accent6"/>
                </a:solidFill>
              </a:defRPr>
            </a:lvl1pPr>
          </a:lstStyle>
          <a:p>
            <a:pPr lvl="0"/>
            <a:r>
              <a:rPr lang="en-GB"/>
              <a:t>Insert title</a:t>
            </a:r>
          </a:p>
        </p:txBody>
      </p:sp>
      <p:cxnSp>
        <p:nvCxnSpPr>
          <p:cNvPr id="29" name="Straight Connector 28">
            <a:extLst>
              <a:ext uri="{FF2B5EF4-FFF2-40B4-BE49-F238E27FC236}">
                <a16:creationId xmlns:a16="http://schemas.microsoft.com/office/drawing/2014/main" id="{59357DCD-A469-B34A-A880-D744CA731C14}"/>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BA4CC6C-41AA-2D50-A8B9-63559566F41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Tree>
    <p:extLst>
      <p:ext uri="{BB962C8B-B14F-4D97-AF65-F5344CB8AC3E}">
        <p14:creationId xmlns:p14="http://schemas.microsoft.com/office/powerpoint/2010/main" val="127148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blue">
    <p:bg>
      <p:bgPr>
        <a:solidFill>
          <a:srgbClr val="F6F8F8"/>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3DACDB8-C05A-C540-BF85-5FDDA3660A2E}"/>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2"/>
                </a:solidFill>
              </a:rPr>
              <a:t>‹#›</a:t>
            </a:fld>
            <a:endParaRPr lang="en-GB" sz="1200">
              <a:solidFill>
                <a:schemeClr val="accent2"/>
              </a:solidFill>
            </a:endParaRPr>
          </a:p>
        </p:txBody>
      </p:sp>
      <p:sp>
        <p:nvSpPr>
          <p:cNvPr id="11" name="Text Placeholder 7">
            <a:extLst>
              <a:ext uri="{FF2B5EF4-FFF2-40B4-BE49-F238E27FC236}">
                <a16:creationId xmlns:a16="http://schemas.microsoft.com/office/drawing/2014/main" id="{9F1649F8-C95E-B04E-A0E7-F89193CC9718}"/>
              </a:ext>
            </a:extLst>
          </p:cNvPr>
          <p:cNvSpPr>
            <a:spLocks noGrp="1"/>
          </p:cNvSpPr>
          <p:nvPr>
            <p:ph type="body" sz="quarter" idx="14" hasCustomPrompt="1"/>
          </p:nvPr>
        </p:nvSpPr>
        <p:spPr>
          <a:xfrm>
            <a:off x="537224" y="1314156"/>
            <a:ext cx="7503849" cy="3466727"/>
          </a:xfrm>
          <a:prstGeom prst="rect">
            <a:avLst/>
          </a:prstGeom>
        </p:spPr>
        <p:txBody>
          <a:bodyPr>
            <a:noAutofit/>
          </a:bodyPr>
          <a:lstStyle>
            <a:lvl1pPr marL="288000" indent="-288000" algn="l">
              <a:buNone/>
              <a:defRPr sz="4200" b="1">
                <a:solidFill>
                  <a:schemeClr val="tx1"/>
                </a:solidFill>
              </a:defRPr>
            </a:lvl1pPr>
            <a:lvl2pPr marL="357188" indent="0">
              <a:buNone/>
              <a:defRPr>
                <a:solidFill>
                  <a:schemeClr val="tx1"/>
                </a:solidFill>
              </a:defRPr>
            </a:lvl2pPr>
            <a:lvl3pPr marL="714375" indent="0">
              <a:buNone/>
              <a:defRPr>
                <a:solidFill>
                  <a:schemeClr val="tx1"/>
                </a:solidFill>
              </a:defRPr>
            </a:lvl3pPr>
            <a:lvl4pPr marL="1081087" indent="0">
              <a:buNone/>
              <a:defRPr>
                <a:solidFill>
                  <a:schemeClr val="tx1"/>
                </a:solidFill>
              </a:defRPr>
            </a:lvl4pPr>
            <a:lvl5pPr marL="1438275" indent="0">
              <a:buNone/>
              <a:defRPr>
                <a:solidFill>
                  <a:schemeClr val="tx1"/>
                </a:solidFill>
              </a:defRPr>
            </a:lvl5pPr>
          </a:lstStyle>
          <a:p>
            <a:pPr lvl="0"/>
            <a:r>
              <a:rPr lang="en-GB"/>
              <a:t>“Showcase quotation</a:t>
            </a:r>
            <a:br>
              <a:rPr lang="en-GB"/>
            </a:br>
            <a:r>
              <a:rPr lang="en-GB"/>
              <a:t>with left aligned text over multiple lines. Try to keep</a:t>
            </a:r>
            <a:br>
              <a:rPr lang="en-GB"/>
            </a:br>
            <a:r>
              <a:rPr lang="en-GB"/>
              <a:t>it to four lines if </a:t>
            </a:r>
            <a:r>
              <a:rPr lang="en-GB" err="1"/>
              <a:t>poss</a:t>
            </a:r>
            <a:r>
              <a:rPr lang="en-GB"/>
              <a:t> or five lines max.”</a:t>
            </a:r>
          </a:p>
        </p:txBody>
      </p:sp>
      <p:sp>
        <p:nvSpPr>
          <p:cNvPr id="6" name="Text Placeholder 6">
            <a:extLst>
              <a:ext uri="{FF2B5EF4-FFF2-40B4-BE49-F238E27FC236}">
                <a16:creationId xmlns:a16="http://schemas.microsoft.com/office/drawing/2014/main" id="{D406466E-798B-BE4C-B09F-C1B1244AAB6A}"/>
              </a:ext>
            </a:extLst>
          </p:cNvPr>
          <p:cNvSpPr>
            <a:spLocks noGrp="1"/>
          </p:cNvSpPr>
          <p:nvPr>
            <p:ph type="body" sz="quarter" idx="13" hasCustomPrompt="1"/>
          </p:nvPr>
        </p:nvSpPr>
        <p:spPr>
          <a:xfrm>
            <a:off x="828000" y="4780883"/>
            <a:ext cx="7503849" cy="896938"/>
          </a:xfrm>
          <a:prstGeom prst="rect">
            <a:avLst/>
          </a:prstGeom>
        </p:spPr>
        <p:txBody>
          <a:bodyPr/>
          <a:lstStyle>
            <a:lvl1pPr marL="0" indent="0" algn="l">
              <a:buNone/>
              <a:defRPr b="1">
                <a:solidFill>
                  <a:schemeClr val="tx1"/>
                </a:solidFill>
              </a:defRPr>
            </a:lvl1pPr>
            <a:lvl2pPr marL="357188" indent="0">
              <a:buNone/>
              <a:defRPr/>
            </a:lvl2pPr>
            <a:lvl3pPr marL="714375" indent="0">
              <a:buNone/>
              <a:defRPr/>
            </a:lvl3pPr>
            <a:lvl4pPr marL="1081087" indent="0">
              <a:buNone/>
              <a:defRPr/>
            </a:lvl4pPr>
            <a:lvl5pPr marL="1438275" indent="0">
              <a:buNone/>
              <a:defRPr/>
            </a:lvl5pPr>
          </a:lstStyle>
          <a:p>
            <a:pPr lvl="0"/>
            <a:r>
              <a:rPr lang="en-GB"/>
              <a:t>Name Surname,</a:t>
            </a:r>
            <a:br>
              <a:rPr lang="en-GB"/>
            </a:br>
            <a:r>
              <a:rPr lang="en-GB"/>
              <a:t>Job Title</a:t>
            </a:r>
          </a:p>
        </p:txBody>
      </p:sp>
      <p:cxnSp>
        <p:nvCxnSpPr>
          <p:cNvPr id="8" name="Straight Connector 7">
            <a:extLst>
              <a:ext uri="{FF2B5EF4-FFF2-40B4-BE49-F238E27FC236}">
                <a16:creationId xmlns:a16="http://schemas.microsoft.com/office/drawing/2014/main" id="{B43FE3F0-85CD-934D-A3A3-CF2B78D73A35}"/>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A86FEEE-9136-D68E-6360-B4FDD6D917D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Tree>
    <p:extLst>
      <p:ext uri="{BB962C8B-B14F-4D97-AF65-F5344CB8AC3E}">
        <p14:creationId xmlns:p14="http://schemas.microsoft.com/office/powerpoint/2010/main" val="2412778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Quote and imag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E4EE10-8D4E-C85B-5620-784900182A4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2000" cy="6857999"/>
          </a:xfrm>
          <a:prstGeom prst="rect">
            <a:avLst/>
          </a:prstGeom>
        </p:spPr>
      </p:pic>
      <p:sp>
        <p:nvSpPr>
          <p:cNvPr id="6" name="Text Placeholder 7">
            <a:extLst>
              <a:ext uri="{FF2B5EF4-FFF2-40B4-BE49-F238E27FC236}">
                <a16:creationId xmlns:a16="http://schemas.microsoft.com/office/drawing/2014/main" id="{D43F37B1-1F8A-2CA4-9D19-C0E420FB42AE}"/>
              </a:ext>
            </a:extLst>
          </p:cNvPr>
          <p:cNvSpPr>
            <a:spLocks noGrp="1"/>
          </p:cNvSpPr>
          <p:nvPr>
            <p:ph type="body" sz="quarter" idx="15" hasCustomPrompt="1"/>
          </p:nvPr>
        </p:nvSpPr>
        <p:spPr>
          <a:xfrm>
            <a:off x="1337052" y="1673324"/>
            <a:ext cx="3461285" cy="658367"/>
          </a:xfrm>
          <a:prstGeom prst="rect">
            <a:avLst/>
          </a:prstGeom>
        </p:spPr>
        <p:txBody>
          <a:bodyPr lIns="0" tIns="0" rIns="0" bIns="0">
            <a:noAutofit/>
          </a:bodyPr>
          <a:lstStyle>
            <a:lvl1pPr marL="0" indent="0">
              <a:buNone/>
              <a:defRPr sz="3600" b="1">
                <a:solidFill>
                  <a:schemeClr val="tx1"/>
                </a:solidFill>
              </a:defRPr>
            </a:lvl1pPr>
            <a:lvl2pPr marL="357188" indent="0">
              <a:buNone/>
              <a:defRPr>
                <a:solidFill>
                  <a:schemeClr val="tx1"/>
                </a:solidFill>
              </a:defRPr>
            </a:lvl2pPr>
            <a:lvl3pPr marL="714375" indent="0">
              <a:buNone/>
              <a:defRPr>
                <a:solidFill>
                  <a:schemeClr val="tx1"/>
                </a:solidFill>
              </a:defRPr>
            </a:lvl3pPr>
            <a:lvl4pPr marL="1081087" indent="0">
              <a:buNone/>
              <a:defRPr>
                <a:solidFill>
                  <a:schemeClr val="tx1"/>
                </a:solidFill>
              </a:defRPr>
            </a:lvl4pPr>
            <a:lvl5pPr marL="1438275" indent="0">
              <a:buNone/>
              <a:defRPr>
                <a:solidFill>
                  <a:schemeClr val="tx1"/>
                </a:solidFill>
              </a:defRPr>
            </a:lvl5pPr>
          </a:lstStyle>
          <a:p>
            <a:pPr lvl="0"/>
            <a:r>
              <a:rPr lang="en-GB"/>
              <a:t>Heading label</a:t>
            </a:r>
          </a:p>
        </p:txBody>
      </p:sp>
      <p:sp>
        <p:nvSpPr>
          <p:cNvPr id="2" name="Picture Placeholder 6">
            <a:extLst>
              <a:ext uri="{FF2B5EF4-FFF2-40B4-BE49-F238E27FC236}">
                <a16:creationId xmlns:a16="http://schemas.microsoft.com/office/drawing/2014/main" id="{2C90ABAC-E435-5C65-A8FA-9E315CE9DE53}"/>
              </a:ext>
            </a:extLst>
          </p:cNvPr>
          <p:cNvSpPr>
            <a:spLocks noGrp="1"/>
          </p:cNvSpPr>
          <p:nvPr>
            <p:ph type="pic" sz="quarter" idx="10" hasCustomPrompt="1"/>
          </p:nvPr>
        </p:nvSpPr>
        <p:spPr>
          <a:xfrm>
            <a:off x="6096000" y="0"/>
            <a:ext cx="6096000" cy="6858000"/>
          </a:xfrm>
          <a:prstGeom prst="rect">
            <a:avLst/>
          </a:prstGeom>
          <a:solidFill>
            <a:schemeClr val="tx2"/>
          </a:solidFill>
        </p:spPr>
        <p:txBody>
          <a:bodyPr tIns="2340000"/>
          <a:lstStyle>
            <a:lvl1pPr algn="ctr">
              <a:buNone/>
              <a:defRPr/>
            </a:lvl1pPr>
          </a:lstStyle>
          <a:p>
            <a:r>
              <a:rPr lang="en-GB"/>
              <a:t>Click on icon to insert image (including Alt Text)</a:t>
            </a:r>
          </a:p>
        </p:txBody>
      </p:sp>
      <p:sp>
        <p:nvSpPr>
          <p:cNvPr id="10" name="Rectangle 9">
            <a:extLst>
              <a:ext uri="{FF2B5EF4-FFF2-40B4-BE49-F238E27FC236}">
                <a16:creationId xmlns:a16="http://schemas.microsoft.com/office/drawing/2014/main" id="{93DACDB8-C05A-C540-BF85-5FDDA3660A2E}"/>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t>‹#›</a:t>
            </a:fld>
            <a:endParaRPr lang="en-GB" sz="1200">
              <a:solidFill>
                <a:schemeClr val="accent6"/>
              </a:solidFill>
            </a:endParaRPr>
          </a:p>
        </p:txBody>
      </p:sp>
      <p:sp>
        <p:nvSpPr>
          <p:cNvPr id="8" name="Content Placeholder 2">
            <a:extLst>
              <a:ext uri="{FF2B5EF4-FFF2-40B4-BE49-F238E27FC236}">
                <a16:creationId xmlns:a16="http://schemas.microsoft.com/office/drawing/2014/main" id="{7F337CE4-9082-D695-8AD8-89148114EBDF}"/>
              </a:ext>
            </a:extLst>
          </p:cNvPr>
          <p:cNvSpPr>
            <a:spLocks noGrp="1"/>
          </p:cNvSpPr>
          <p:nvPr>
            <p:ph idx="1" hasCustomPrompt="1"/>
          </p:nvPr>
        </p:nvSpPr>
        <p:spPr>
          <a:xfrm>
            <a:off x="1337052" y="2331691"/>
            <a:ext cx="3461285" cy="3110530"/>
          </a:xfrm>
          <a:prstGeom prst="rect">
            <a:avLst/>
          </a:prstGeom>
        </p:spPr>
        <p:txBody>
          <a:bodyPr lIns="0" tIns="0" rIns="0" bIns="0">
            <a:normAutofit/>
          </a:bodyPr>
          <a:lstStyle>
            <a:lvl1pPr marL="0" indent="0">
              <a:lnSpc>
                <a:spcPct val="100000"/>
              </a:lnSpc>
              <a:spcBef>
                <a:spcPts val="0"/>
              </a:spcBef>
              <a:spcAft>
                <a:spcPts val="600"/>
              </a:spcAft>
              <a:buClr>
                <a:schemeClr val="tx1"/>
              </a:buClr>
              <a:buFont typeface="Arial" panose="020B0604020202020204" pitchFamily="34" charset="0"/>
              <a:buNone/>
              <a:defRPr sz="1800" b="0">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Click to add text</a:t>
            </a:r>
          </a:p>
        </p:txBody>
      </p:sp>
    </p:spTree>
    <p:extLst>
      <p:ext uri="{BB962C8B-B14F-4D97-AF65-F5344CB8AC3E}">
        <p14:creationId xmlns:p14="http://schemas.microsoft.com/office/powerpoint/2010/main" val="4038698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Quote and imag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E4EE10-8D4E-C85B-5620-784900182A4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0"/>
            <a:ext cx="12191998" cy="6857999"/>
          </a:xfrm>
          <a:prstGeom prst="rect">
            <a:avLst/>
          </a:prstGeom>
        </p:spPr>
      </p:pic>
      <p:sp>
        <p:nvSpPr>
          <p:cNvPr id="3" name="Text Placeholder 7">
            <a:extLst>
              <a:ext uri="{FF2B5EF4-FFF2-40B4-BE49-F238E27FC236}">
                <a16:creationId xmlns:a16="http://schemas.microsoft.com/office/drawing/2014/main" id="{BA16B251-D1BB-394C-319F-40E8F04D7FB9}"/>
              </a:ext>
            </a:extLst>
          </p:cNvPr>
          <p:cNvSpPr>
            <a:spLocks noGrp="1"/>
          </p:cNvSpPr>
          <p:nvPr>
            <p:ph type="body" sz="quarter" idx="15" hasCustomPrompt="1"/>
          </p:nvPr>
        </p:nvSpPr>
        <p:spPr>
          <a:xfrm>
            <a:off x="1337052" y="1673324"/>
            <a:ext cx="3461285" cy="658367"/>
          </a:xfrm>
          <a:prstGeom prst="rect">
            <a:avLst/>
          </a:prstGeom>
        </p:spPr>
        <p:txBody>
          <a:bodyPr lIns="0" tIns="0" rIns="0" bIns="0">
            <a:noAutofit/>
          </a:bodyPr>
          <a:lstStyle>
            <a:lvl1pPr marL="0" indent="0">
              <a:buNone/>
              <a:defRPr sz="3600" b="1">
                <a:solidFill>
                  <a:schemeClr val="tx1"/>
                </a:solidFill>
              </a:defRPr>
            </a:lvl1pPr>
            <a:lvl2pPr marL="357188" indent="0">
              <a:buNone/>
              <a:defRPr>
                <a:solidFill>
                  <a:schemeClr val="tx1"/>
                </a:solidFill>
              </a:defRPr>
            </a:lvl2pPr>
            <a:lvl3pPr marL="714375" indent="0">
              <a:buNone/>
              <a:defRPr>
                <a:solidFill>
                  <a:schemeClr val="tx1"/>
                </a:solidFill>
              </a:defRPr>
            </a:lvl3pPr>
            <a:lvl4pPr marL="1081087" indent="0">
              <a:buNone/>
              <a:defRPr>
                <a:solidFill>
                  <a:schemeClr val="tx1"/>
                </a:solidFill>
              </a:defRPr>
            </a:lvl4pPr>
            <a:lvl5pPr marL="1438275" indent="0">
              <a:buNone/>
              <a:defRPr>
                <a:solidFill>
                  <a:schemeClr val="tx1"/>
                </a:solidFill>
              </a:defRPr>
            </a:lvl5pPr>
          </a:lstStyle>
          <a:p>
            <a:pPr lvl="0"/>
            <a:r>
              <a:rPr lang="en-GB"/>
              <a:t>Heading label</a:t>
            </a:r>
          </a:p>
        </p:txBody>
      </p:sp>
      <p:sp>
        <p:nvSpPr>
          <p:cNvPr id="2" name="Picture Placeholder 6">
            <a:extLst>
              <a:ext uri="{FF2B5EF4-FFF2-40B4-BE49-F238E27FC236}">
                <a16:creationId xmlns:a16="http://schemas.microsoft.com/office/drawing/2014/main" id="{2C90ABAC-E435-5C65-A8FA-9E315CE9DE53}"/>
              </a:ext>
            </a:extLst>
          </p:cNvPr>
          <p:cNvSpPr>
            <a:spLocks noGrp="1"/>
          </p:cNvSpPr>
          <p:nvPr>
            <p:ph type="pic" sz="quarter" idx="10" hasCustomPrompt="1"/>
          </p:nvPr>
        </p:nvSpPr>
        <p:spPr>
          <a:xfrm>
            <a:off x="6096000" y="0"/>
            <a:ext cx="6096000" cy="6858000"/>
          </a:xfrm>
          <a:prstGeom prst="rect">
            <a:avLst/>
          </a:prstGeom>
          <a:solidFill>
            <a:schemeClr val="tx2"/>
          </a:solidFill>
        </p:spPr>
        <p:txBody>
          <a:bodyPr tIns="2340000"/>
          <a:lstStyle>
            <a:lvl1pPr algn="ctr">
              <a:buNone/>
              <a:defRPr/>
            </a:lvl1pPr>
          </a:lstStyle>
          <a:p>
            <a:r>
              <a:rPr lang="en-GB"/>
              <a:t>Click on icon to insert image (including Alt Text)</a:t>
            </a:r>
          </a:p>
        </p:txBody>
      </p:sp>
      <p:sp>
        <p:nvSpPr>
          <p:cNvPr id="10" name="Rectangle 9">
            <a:extLst>
              <a:ext uri="{FF2B5EF4-FFF2-40B4-BE49-F238E27FC236}">
                <a16:creationId xmlns:a16="http://schemas.microsoft.com/office/drawing/2014/main" id="{93DACDB8-C05A-C540-BF85-5FDDA3660A2E}"/>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t>‹#›</a:t>
            </a:fld>
            <a:endParaRPr lang="en-GB" sz="1200">
              <a:solidFill>
                <a:schemeClr val="accent6"/>
              </a:solidFill>
            </a:endParaRPr>
          </a:p>
        </p:txBody>
      </p:sp>
      <p:sp>
        <p:nvSpPr>
          <p:cNvPr id="5" name="Content Placeholder 2">
            <a:extLst>
              <a:ext uri="{FF2B5EF4-FFF2-40B4-BE49-F238E27FC236}">
                <a16:creationId xmlns:a16="http://schemas.microsoft.com/office/drawing/2014/main" id="{4542D69F-C459-8ECE-06A1-66E418FF3EC1}"/>
              </a:ext>
            </a:extLst>
          </p:cNvPr>
          <p:cNvSpPr>
            <a:spLocks noGrp="1"/>
          </p:cNvSpPr>
          <p:nvPr>
            <p:ph idx="1" hasCustomPrompt="1"/>
          </p:nvPr>
        </p:nvSpPr>
        <p:spPr>
          <a:xfrm>
            <a:off x="1337052" y="2331691"/>
            <a:ext cx="3461285" cy="3110530"/>
          </a:xfrm>
          <a:prstGeom prst="rect">
            <a:avLst/>
          </a:prstGeom>
        </p:spPr>
        <p:txBody>
          <a:bodyPr lIns="0" tIns="0" rIns="0" bIns="0">
            <a:normAutofit/>
          </a:bodyPr>
          <a:lstStyle>
            <a:lvl1pPr marL="0" indent="0">
              <a:lnSpc>
                <a:spcPct val="100000"/>
              </a:lnSpc>
              <a:spcBef>
                <a:spcPts val="0"/>
              </a:spcBef>
              <a:spcAft>
                <a:spcPts val="600"/>
              </a:spcAft>
              <a:buClr>
                <a:schemeClr val="tx1"/>
              </a:buClr>
              <a:buFont typeface="Arial" panose="020B0604020202020204" pitchFamily="34" charset="0"/>
              <a:buNone/>
              <a:defRPr sz="1800" b="0">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Click to add text</a:t>
            </a:r>
          </a:p>
        </p:txBody>
      </p:sp>
    </p:spTree>
    <p:extLst>
      <p:ext uri="{BB962C8B-B14F-4D97-AF65-F5344CB8AC3E}">
        <p14:creationId xmlns:p14="http://schemas.microsoft.com/office/powerpoint/2010/main" val="405208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Quote and image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2196E5-15CA-15E3-1E10-32B3D19927E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2000" cy="6857999"/>
          </a:xfrm>
          <a:prstGeom prst="rect">
            <a:avLst/>
          </a:prstGeom>
        </p:spPr>
      </p:pic>
      <p:sp>
        <p:nvSpPr>
          <p:cNvPr id="22" name="Rectangle 21">
            <a:extLst>
              <a:ext uri="{FF2B5EF4-FFF2-40B4-BE49-F238E27FC236}">
                <a16:creationId xmlns:a16="http://schemas.microsoft.com/office/drawing/2014/main" id="{35B6474B-ACF2-9D41-872B-7CB816A7A28A}"/>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t>‹#›</a:t>
            </a:fld>
            <a:endParaRPr lang="en-GB" sz="1200">
              <a:solidFill>
                <a:schemeClr val="accent6"/>
              </a:solidFill>
            </a:endParaRPr>
          </a:p>
        </p:txBody>
      </p:sp>
      <p:sp>
        <p:nvSpPr>
          <p:cNvPr id="6" name="Picture Placeholder 6">
            <a:extLst>
              <a:ext uri="{FF2B5EF4-FFF2-40B4-BE49-F238E27FC236}">
                <a16:creationId xmlns:a16="http://schemas.microsoft.com/office/drawing/2014/main" id="{652C93B3-5A12-5AAD-2ACF-93939EE7FBF5}"/>
              </a:ext>
            </a:extLst>
          </p:cNvPr>
          <p:cNvSpPr>
            <a:spLocks noGrp="1"/>
          </p:cNvSpPr>
          <p:nvPr>
            <p:ph type="pic" sz="quarter" idx="10" hasCustomPrompt="1"/>
          </p:nvPr>
        </p:nvSpPr>
        <p:spPr>
          <a:xfrm>
            <a:off x="6096000" y="0"/>
            <a:ext cx="6096000" cy="6858000"/>
          </a:xfrm>
          <a:prstGeom prst="rect">
            <a:avLst/>
          </a:prstGeom>
          <a:solidFill>
            <a:schemeClr val="tx2"/>
          </a:solidFill>
        </p:spPr>
        <p:txBody>
          <a:bodyPr tIns="2340000"/>
          <a:lstStyle>
            <a:lvl1pPr algn="ctr">
              <a:buNone/>
              <a:defRPr/>
            </a:lvl1pPr>
          </a:lstStyle>
          <a:p>
            <a:r>
              <a:rPr lang="en-GB"/>
              <a:t>Click on icon to insert image (including Alt Text)</a:t>
            </a:r>
          </a:p>
        </p:txBody>
      </p:sp>
      <p:sp>
        <p:nvSpPr>
          <p:cNvPr id="4" name="Content Placeholder 2">
            <a:extLst>
              <a:ext uri="{FF2B5EF4-FFF2-40B4-BE49-F238E27FC236}">
                <a16:creationId xmlns:a16="http://schemas.microsoft.com/office/drawing/2014/main" id="{7558B23E-2241-0C04-DC3A-1FCFC1EF8A24}"/>
              </a:ext>
            </a:extLst>
          </p:cNvPr>
          <p:cNvSpPr>
            <a:spLocks noGrp="1"/>
          </p:cNvSpPr>
          <p:nvPr>
            <p:ph idx="1" hasCustomPrompt="1"/>
          </p:nvPr>
        </p:nvSpPr>
        <p:spPr>
          <a:xfrm>
            <a:off x="1337052" y="2331691"/>
            <a:ext cx="3461285" cy="3110530"/>
          </a:xfrm>
          <a:prstGeom prst="rect">
            <a:avLst/>
          </a:prstGeom>
        </p:spPr>
        <p:txBody>
          <a:bodyPr lIns="0" tIns="0" rIns="0" bIns="0">
            <a:normAutofit/>
          </a:bodyPr>
          <a:lstStyle>
            <a:lvl1pPr marL="0" indent="0">
              <a:lnSpc>
                <a:spcPct val="100000"/>
              </a:lnSpc>
              <a:spcBef>
                <a:spcPts val="0"/>
              </a:spcBef>
              <a:spcAft>
                <a:spcPts val="600"/>
              </a:spcAft>
              <a:buClr>
                <a:schemeClr val="tx1"/>
              </a:buClr>
              <a:buFont typeface="Arial" panose="020B0604020202020204" pitchFamily="34" charset="0"/>
              <a:buNone/>
              <a:defRPr sz="2800" b="1">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“Add quote text here”</a:t>
            </a:r>
          </a:p>
        </p:txBody>
      </p:sp>
    </p:spTree>
    <p:extLst>
      <p:ext uri="{BB962C8B-B14F-4D97-AF65-F5344CB8AC3E}">
        <p14:creationId xmlns:p14="http://schemas.microsoft.com/office/powerpoint/2010/main" val="284182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and imag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B4F947-0C85-DAF2-683C-40847EF7F07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2000" cy="6857999"/>
          </a:xfrm>
          <a:prstGeom prst="rect">
            <a:avLst/>
          </a:prstGeom>
        </p:spPr>
      </p:pic>
      <p:sp>
        <p:nvSpPr>
          <p:cNvPr id="2" name="Picture Placeholder 6">
            <a:extLst>
              <a:ext uri="{FF2B5EF4-FFF2-40B4-BE49-F238E27FC236}">
                <a16:creationId xmlns:a16="http://schemas.microsoft.com/office/drawing/2014/main" id="{EA7B0BA1-E61A-5019-0AA4-5328CA2AB0E1}"/>
              </a:ext>
            </a:extLst>
          </p:cNvPr>
          <p:cNvSpPr>
            <a:spLocks noGrp="1"/>
          </p:cNvSpPr>
          <p:nvPr>
            <p:ph type="pic" sz="quarter" idx="10" hasCustomPrompt="1"/>
          </p:nvPr>
        </p:nvSpPr>
        <p:spPr>
          <a:xfrm>
            <a:off x="6096000" y="0"/>
            <a:ext cx="6096000" cy="6858000"/>
          </a:xfrm>
          <a:prstGeom prst="rect">
            <a:avLst/>
          </a:prstGeom>
          <a:solidFill>
            <a:schemeClr val="tx2"/>
          </a:solidFill>
        </p:spPr>
        <p:txBody>
          <a:bodyPr tIns="2340000"/>
          <a:lstStyle>
            <a:lvl1pPr algn="ctr">
              <a:buNone/>
              <a:defRPr/>
            </a:lvl1pPr>
          </a:lstStyle>
          <a:p>
            <a:r>
              <a:rPr lang="en-GB"/>
              <a:t>Click on icon to insert image (including Alt Text) </a:t>
            </a:r>
          </a:p>
        </p:txBody>
      </p:sp>
      <p:sp>
        <p:nvSpPr>
          <p:cNvPr id="22" name="Rectangle 21">
            <a:extLst>
              <a:ext uri="{FF2B5EF4-FFF2-40B4-BE49-F238E27FC236}">
                <a16:creationId xmlns:a16="http://schemas.microsoft.com/office/drawing/2014/main" id="{35B6474B-ACF2-9D41-872B-7CB816A7A28A}"/>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t>‹#›</a:t>
            </a:fld>
            <a:endParaRPr lang="en-GB" sz="1200">
              <a:solidFill>
                <a:schemeClr val="accent6"/>
              </a:solidFill>
            </a:endParaRPr>
          </a:p>
        </p:txBody>
      </p:sp>
      <p:sp>
        <p:nvSpPr>
          <p:cNvPr id="4" name="Content Placeholder 2">
            <a:extLst>
              <a:ext uri="{FF2B5EF4-FFF2-40B4-BE49-F238E27FC236}">
                <a16:creationId xmlns:a16="http://schemas.microsoft.com/office/drawing/2014/main" id="{7A22BD2E-E9C2-A15B-06FB-553974CDE6CE}"/>
              </a:ext>
            </a:extLst>
          </p:cNvPr>
          <p:cNvSpPr>
            <a:spLocks noGrp="1"/>
          </p:cNvSpPr>
          <p:nvPr>
            <p:ph idx="1" hasCustomPrompt="1"/>
          </p:nvPr>
        </p:nvSpPr>
        <p:spPr>
          <a:xfrm>
            <a:off x="1337052" y="2331691"/>
            <a:ext cx="3461285" cy="3110530"/>
          </a:xfrm>
          <a:prstGeom prst="rect">
            <a:avLst/>
          </a:prstGeom>
        </p:spPr>
        <p:txBody>
          <a:bodyPr lIns="0" tIns="0" rIns="0" bIns="0">
            <a:normAutofit/>
          </a:bodyPr>
          <a:lstStyle>
            <a:lvl1pPr marL="0" indent="0">
              <a:lnSpc>
                <a:spcPct val="100000"/>
              </a:lnSpc>
              <a:spcBef>
                <a:spcPts val="0"/>
              </a:spcBef>
              <a:spcAft>
                <a:spcPts val="600"/>
              </a:spcAft>
              <a:buClr>
                <a:schemeClr val="tx1"/>
              </a:buClr>
              <a:buFont typeface="Arial" panose="020B0604020202020204" pitchFamily="34" charset="0"/>
              <a:buNone/>
              <a:defRPr sz="2800" b="1">
                <a:solidFill>
                  <a:schemeClr val="tx1"/>
                </a:solidFill>
              </a:defRPr>
            </a:lvl1pPr>
            <a:lvl2pPr>
              <a:buClr>
                <a:schemeClr val="tx1"/>
              </a:buClr>
              <a:defRPr sz="2200">
                <a:solidFill>
                  <a:schemeClr val="tx1"/>
                </a:solidFill>
              </a:defRPr>
            </a:lvl2pPr>
            <a:lvl3pPr>
              <a:buClr>
                <a:schemeClr val="tx1"/>
              </a:buClr>
              <a:defRPr sz="2200">
                <a:solidFill>
                  <a:schemeClr val="tx1"/>
                </a:solidFill>
              </a:defRPr>
            </a:lvl3pPr>
            <a:lvl4pPr>
              <a:buClr>
                <a:schemeClr val="tx1"/>
              </a:buClr>
              <a:defRPr sz="2200">
                <a:solidFill>
                  <a:schemeClr val="tx1"/>
                </a:solidFill>
              </a:defRPr>
            </a:lvl4pPr>
            <a:lvl5pPr>
              <a:buClr>
                <a:schemeClr val="tx1"/>
              </a:buClr>
              <a:defRPr sz="2200">
                <a:solidFill>
                  <a:schemeClr val="tx1"/>
                </a:solidFill>
              </a:defRPr>
            </a:lvl5pPr>
          </a:lstStyle>
          <a:p>
            <a:pPr lvl="0"/>
            <a:r>
              <a:rPr lang="en-GB"/>
              <a:t>“Add quote text here”</a:t>
            </a:r>
          </a:p>
        </p:txBody>
      </p:sp>
    </p:spTree>
    <p:extLst>
      <p:ext uri="{BB962C8B-B14F-4D97-AF65-F5344CB8AC3E}">
        <p14:creationId xmlns:p14="http://schemas.microsoft.com/office/powerpoint/2010/main" val="123167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Breaker Heading1-Blue-DarkBlue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0C3909-1482-1013-E118-A2CE0A1DD3D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3119AD-4AAB-8B34-F6C1-8D76F0D453BB}"/>
              </a:ext>
            </a:extLst>
          </p:cNvPr>
          <p:cNvSpPr>
            <a:spLocks noGrp="1"/>
          </p:cNvSpPr>
          <p:nvPr>
            <p:ph type="title" hasCustomPrompt="1"/>
          </p:nvPr>
        </p:nvSpPr>
        <p:spPr>
          <a:xfrm>
            <a:off x="770042" y="2242938"/>
            <a:ext cx="10515600" cy="1325563"/>
          </a:xfrm>
        </p:spPr>
        <p:txBody>
          <a:bodyPr>
            <a:noAutofit/>
          </a:bodyPr>
          <a:lstStyle>
            <a:lvl1pPr>
              <a:defRPr sz="6000" b="1"/>
            </a:lvl1pPr>
          </a:lstStyle>
          <a:p>
            <a:r>
              <a:rPr lang="en-US"/>
              <a:t>Breaker slide 1</a:t>
            </a:r>
            <a:endParaRPr lang="en-GB"/>
          </a:p>
        </p:txBody>
      </p:sp>
      <p:sp>
        <p:nvSpPr>
          <p:cNvPr id="7" name="Text Placeholder 6">
            <a:extLst>
              <a:ext uri="{FF2B5EF4-FFF2-40B4-BE49-F238E27FC236}">
                <a16:creationId xmlns:a16="http://schemas.microsoft.com/office/drawing/2014/main" id="{810A3391-0472-724C-8E32-AA7421F01EEF}"/>
              </a:ext>
            </a:extLst>
          </p:cNvPr>
          <p:cNvSpPr>
            <a:spLocks noGrp="1"/>
          </p:cNvSpPr>
          <p:nvPr>
            <p:ph type="body" sz="quarter" idx="13" hasCustomPrompt="1"/>
          </p:nvPr>
        </p:nvSpPr>
        <p:spPr>
          <a:xfrm>
            <a:off x="882932" y="3564000"/>
            <a:ext cx="3890150" cy="896938"/>
          </a:xfrm>
          <a:prstGeom prst="rect">
            <a:avLst/>
          </a:prstGeom>
        </p:spPr>
        <p:txBody>
          <a:bodyPr lIns="0" tIns="0" rIns="0" bIns="0"/>
          <a:lstStyle>
            <a:lvl1pPr marL="0" indent="0">
              <a:buNone/>
              <a:defRPr>
                <a:solidFill>
                  <a:schemeClr val="tx1"/>
                </a:solidFill>
              </a:defRPr>
            </a:lvl1pPr>
            <a:lvl2pPr marL="357188" indent="0">
              <a:buNone/>
              <a:defRPr/>
            </a:lvl2pPr>
            <a:lvl3pPr marL="714375" indent="0">
              <a:buNone/>
              <a:defRPr/>
            </a:lvl3pPr>
            <a:lvl4pPr marL="1081087" indent="0">
              <a:buNone/>
              <a:defRPr/>
            </a:lvl4pPr>
            <a:lvl5pPr marL="1438275" indent="0">
              <a:buNone/>
              <a:defRPr/>
            </a:lvl5pPr>
          </a:lstStyle>
          <a:p>
            <a:pPr lvl="0"/>
            <a:r>
              <a:rPr lang="en-GB"/>
              <a:t>Section subhead</a:t>
            </a:r>
          </a:p>
        </p:txBody>
      </p:sp>
      <p:sp>
        <p:nvSpPr>
          <p:cNvPr id="10" name="Rectangle 9">
            <a:extLst>
              <a:ext uri="{FF2B5EF4-FFF2-40B4-BE49-F238E27FC236}">
                <a16:creationId xmlns:a16="http://schemas.microsoft.com/office/drawing/2014/main" id="{8262997B-3AAD-0D48-95DC-60BECBF9FEF6}"/>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tx1"/>
                </a:solidFill>
              </a:rPr>
              <a:t>‹#›</a:t>
            </a:fld>
            <a:endParaRPr lang="en-GB" sz="1200">
              <a:solidFill>
                <a:schemeClr val="tx1"/>
              </a:solidFill>
            </a:endParaRPr>
          </a:p>
        </p:txBody>
      </p:sp>
    </p:spTree>
    <p:extLst>
      <p:ext uri="{BB962C8B-B14F-4D97-AF65-F5344CB8AC3E}">
        <p14:creationId xmlns:p14="http://schemas.microsoft.com/office/powerpoint/2010/main" val="3341198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Breaker Heading1-Blue-DarkBlueA">
    <p:bg>
      <p:bgPr>
        <a:solidFill>
          <a:srgbClr val="F6F8F8"/>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F6C2AD-0E53-2A94-6EDF-C2BC1C35E66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241914" y="-121920"/>
            <a:ext cx="12408747" cy="6979920"/>
          </a:xfrm>
          <a:prstGeom prst="rect">
            <a:avLst/>
          </a:prstGeom>
        </p:spPr>
      </p:pic>
      <p:sp>
        <p:nvSpPr>
          <p:cNvPr id="4" name="Title 1">
            <a:extLst>
              <a:ext uri="{FF2B5EF4-FFF2-40B4-BE49-F238E27FC236}">
                <a16:creationId xmlns:a16="http://schemas.microsoft.com/office/drawing/2014/main" id="{3D1B5349-CF21-E9D2-92A0-6C58C15A043A}"/>
              </a:ext>
            </a:extLst>
          </p:cNvPr>
          <p:cNvSpPr>
            <a:spLocks noGrp="1"/>
          </p:cNvSpPr>
          <p:nvPr>
            <p:ph type="title" hasCustomPrompt="1"/>
          </p:nvPr>
        </p:nvSpPr>
        <p:spPr>
          <a:xfrm>
            <a:off x="521688" y="2165645"/>
            <a:ext cx="10515600" cy="1325563"/>
          </a:xfrm>
        </p:spPr>
        <p:txBody>
          <a:bodyPr>
            <a:noAutofit/>
          </a:bodyPr>
          <a:lstStyle>
            <a:lvl1pPr>
              <a:defRPr sz="6000" b="1"/>
            </a:lvl1pPr>
          </a:lstStyle>
          <a:p>
            <a:r>
              <a:rPr lang="en-US"/>
              <a:t>Breaker </a:t>
            </a:r>
            <a:br>
              <a:rPr lang="en-US"/>
            </a:br>
            <a:r>
              <a:rPr lang="en-US"/>
              <a:t>slide 2</a:t>
            </a:r>
            <a:endParaRPr lang="en-GB"/>
          </a:p>
        </p:txBody>
      </p:sp>
      <p:sp>
        <p:nvSpPr>
          <p:cNvPr id="7" name="Text Placeholder 6">
            <a:extLst>
              <a:ext uri="{FF2B5EF4-FFF2-40B4-BE49-F238E27FC236}">
                <a16:creationId xmlns:a16="http://schemas.microsoft.com/office/drawing/2014/main" id="{810A3391-0472-724C-8E32-AA7421F01EEF}"/>
              </a:ext>
            </a:extLst>
          </p:cNvPr>
          <p:cNvSpPr>
            <a:spLocks noGrp="1"/>
          </p:cNvSpPr>
          <p:nvPr>
            <p:ph type="body" sz="quarter" idx="13" hasCustomPrompt="1"/>
          </p:nvPr>
        </p:nvSpPr>
        <p:spPr>
          <a:xfrm>
            <a:off x="612000" y="3903218"/>
            <a:ext cx="3890150" cy="896938"/>
          </a:xfrm>
          <a:prstGeom prst="rect">
            <a:avLst/>
          </a:prstGeom>
        </p:spPr>
        <p:txBody>
          <a:bodyPr lIns="0" tIns="0" rIns="0" bIns="0"/>
          <a:lstStyle>
            <a:lvl1pPr marL="0" indent="0">
              <a:buNone/>
              <a:defRPr>
                <a:solidFill>
                  <a:schemeClr val="tx1"/>
                </a:solidFill>
              </a:defRPr>
            </a:lvl1pPr>
            <a:lvl2pPr marL="357188" indent="0">
              <a:buNone/>
              <a:defRPr/>
            </a:lvl2pPr>
            <a:lvl3pPr marL="714375" indent="0">
              <a:buNone/>
              <a:defRPr/>
            </a:lvl3pPr>
            <a:lvl4pPr marL="1081087" indent="0">
              <a:buNone/>
              <a:defRPr/>
            </a:lvl4pPr>
            <a:lvl5pPr marL="1438275" indent="0">
              <a:buNone/>
              <a:defRPr/>
            </a:lvl5pPr>
          </a:lstStyle>
          <a:p>
            <a:pPr lvl="0"/>
            <a:r>
              <a:rPr lang="en-GB"/>
              <a:t>Section subhead</a:t>
            </a:r>
          </a:p>
        </p:txBody>
      </p:sp>
      <p:sp>
        <p:nvSpPr>
          <p:cNvPr id="10" name="Rectangle 9">
            <a:extLst>
              <a:ext uri="{FF2B5EF4-FFF2-40B4-BE49-F238E27FC236}">
                <a16:creationId xmlns:a16="http://schemas.microsoft.com/office/drawing/2014/main" id="{8262997B-3AAD-0D48-95DC-60BECBF9FEF6}"/>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tx1"/>
                </a:solidFill>
              </a:rPr>
              <a:t>‹#›</a:t>
            </a:fld>
            <a:endParaRPr lang="en-GB" sz="1200">
              <a:solidFill>
                <a:schemeClr val="tx1"/>
              </a:solidFill>
            </a:endParaRPr>
          </a:p>
        </p:txBody>
      </p:sp>
    </p:spTree>
    <p:extLst>
      <p:ext uri="{BB962C8B-B14F-4D97-AF65-F5344CB8AC3E}">
        <p14:creationId xmlns:p14="http://schemas.microsoft.com/office/powerpoint/2010/main" val="210589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Breaker Heading1-Blue-DarkBlueA">
    <p:bg>
      <p:bgPr>
        <a:solidFill>
          <a:srgbClr val="F6F8F8"/>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D07C2D6-AB1B-B84B-BC13-7D79E8BCFCF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316318" y="-148043"/>
            <a:ext cx="12499929" cy="7031210"/>
          </a:xfrm>
          <a:prstGeom prst="rect">
            <a:avLst/>
          </a:prstGeom>
        </p:spPr>
      </p:pic>
      <p:sp>
        <p:nvSpPr>
          <p:cNvPr id="2" name="Title 1">
            <a:extLst>
              <a:ext uri="{FF2B5EF4-FFF2-40B4-BE49-F238E27FC236}">
                <a16:creationId xmlns:a16="http://schemas.microsoft.com/office/drawing/2014/main" id="{8506D8CC-65FF-0E59-2392-2C0EBC0605F9}"/>
              </a:ext>
            </a:extLst>
          </p:cNvPr>
          <p:cNvSpPr>
            <a:spLocks noGrp="1"/>
          </p:cNvSpPr>
          <p:nvPr>
            <p:ph type="title" hasCustomPrompt="1"/>
          </p:nvPr>
        </p:nvSpPr>
        <p:spPr>
          <a:xfrm>
            <a:off x="747468" y="2165645"/>
            <a:ext cx="10515600" cy="1325563"/>
          </a:xfrm>
        </p:spPr>
        <p:txBody>
          <a:bodyPr>
            <a:noAutofit/>
          </a:bodyPr>
          <a:lstStyle>
            <a:lvl1pPr>
              <a:defRPr sz="6000" b="1"/>
            </a:lvl1pPr>
          </a:lstStyle>
          <a:p>
            <a:r>
              <a:rPr lang="en-US"/>
              <a:t>Breaker </a:t>
            </a:r>
            <a:br>
              <a:rPr lang="en-US"/>
            </a:br>
            <a:r>
              <a:rPr lang="en-US"/>
              <a:t>slide 3</a:t>
            </a:r>
            <a:endParaRPr lang="en-GB"/>
          </a:p>
        </p:txBody>
      </p:sp>
      <p:sp>
        <p:nvSpPr>
          <p:cNvPr id="7" name="Text Placeholder 6">
            <a:extLst>
              <a:ext uri="{FF2B5EF4-FFF2-40B4-BE49-F238E27FC236}">
                <a16:creationId xmlns:a16="http://schemas.microsoft.com/office/drawing/2014/main" id="{810A3391-0472-724C-8E32-AA7421F01EEF}"/>
              </a:ext>
            </a:extLst>
          </p:cNvPr>
          <p:cNvSpPr>
            <a:spLocks noGrp="1"/>
          </p:cNvSpPr>
          <p:nvPr>
            <p:ph type="body" sz="quarter" idx="13" hasCustomPrompt="1"/>
          </p:nvPr>
        </p:nvSpPr>
        <p:spPr>
          <a:xfrm>
            <a:off x="891916" y="3903218"/>
            <a:ext cx="3890150" cy="896938"/>
          </a:xfrm>
          <a:prstGeom prst="rect">
            <a:avLst/>
          </a:prstGeom>
        </p:spPr>
        <p:txBody>
          <a:bodyPr lIns="0" tIns="0" rIns="0" bIns="0"/>
          <a:lstStyle>
            <a:lvl1pPr marL="0" indent="0">
              <a:buNone/>
              <a:defRPr>
                <a:solidFill>
                  <a:schemeClr val="tx1"/>
                </a:solidFill>
              </a:defRPr>
            </a:lvl1pPr>
            <a:lvl2pPr marL="357188" indent="0">
              <a:buNone/>
              <a:defRPr/>
            </a:lvl2pPr>
            <a:lvl3pPr marL="714375" indent="0">
              <a:buNone/>
              <a:defRPr/>
            </a:lvl3pPr>
            <a:lvl4pPr marL="1081087" indent="0">
              <a:buNone/>
              <a:defRPr/>
            </a:lvl4pPr>
            <a:lvl5pPr marL="1438275" indent="0">
              <a:buNone/>
              <a:defRPr/>
            </a:lvl5pPr>
          </a:lstStyle>
          <a:p>
            <a:pPr lvl="0"/>
            <a:r>
              <a:rPr lang="en-GB"/>
              <a:t>Section subhead</a:t>
            </a:r>
          </a:p>
        </p:txBody>
      </p:sp>
      <p:sp>
        <p:nvSpPr>
          <p:cNvPr id="10" name="Rectangle 9">
            <a:extLst>
              <a:ext uri="{FF2B5EF4-FFF2-40B4-BE49-F238E27FC236}">
                <a16:creationId xmlns:a16="http://schemas.microsoft.com/office/drawing/2014/main" id="{8262997B-3AAD-0D48-95DC-60BECBF9FEF6}"/>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tx1"/>
                </a:solidFill>
              </a:rPr>
              <a:t>‹#›</a:t>
            </a:fld>
            <a:endParaRPr lang="en-GB" sz="1200">
              <a:solidFill>
                <a:schemeClr val="tx1"/>
              </a:solidFill>
            </a:endParaRPr>
          </a:p>
        </p:txBody>
      </p:sp>
    </p:spTree>
    <p:extLst>
      <p:ext uri="{BB962C8B-B14F-4D97-AF65-F5344CB8AC3E}">
        <p14:creationId xmlns:p14="http://schemas.microsoft.com/office/powerpoint/2010/main" val="136091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Breaker Heading1-Blue-DarkBlueA">
    <p:bg>
      <p:bgPr>
        <a:solidFill>
          <a:srgbClr val="F6F8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6489-9A30-702B-3E26-D81845892857}"/>
              </a:ext>
            </a:extLst>
          </p:cNvPr>
          <p:cNvSpPr>
            <a:spLocks noGrp="1"/>
          </p:cNvSpPr>
          <p:nvPr>
            <p:ph type="title" hasCustomPrompt="1"/>
          </p:nvPr>
        </p:nvSpPr>
        <p:spPr>
          <a:xfrm>
            <a:off x="747468" y="2165645"/>
            <a:ext cx="10515600" cy="1325563"/>
          </a:xfrm>
        </p:spPr>
        <p:txBody>
          <a:bodyPr>
            <a:noAutofit/>
          </a:bodyPr>
          <a:lstStyle>
            <a:lvl1pPr>
              <a:defRPr sz="6000" b="1"/>
            </a:lvl1pPr>
          </a:lstStyle>
          <a:p>
            <a:r>
              <a:rPr lang="en-US"/>
              <a:t>Breaker </a:t>
            </a:r>
            <a:br>
              <a:rPr lang="en-US"/>
            </a:br>
            <a:r>
              <a:rPr lang="en-US"/>
              <a:t>slide 4</a:t>
            </a:r>
            <a:endParaRPr lang="en-GB"/>
          </a:p>
        </p:txBody>
      </p:sp>
      <p:sp>
        <p:nvSpPr>
          <p:cNvPr id="7" name="Text Placeholder 6">
            <a:extLst>
              <a:ext uri="{FF2B5EF4-FFF2-40B4-BE49-F238E27FC236}">
                <a16:creationId xmlns:a16="http://schemas.microsoft.com/office/drawing/2014/main" id="{810A3391-0472-724C-8E32-AA7421F01EEF}"/>
              </a:ext>
            </a:extLst>
          </p:cNvPr>
          <p:cNvSpPr>
            <a:spLocks noGrp="1"/>
          </p:cNvSpPr>
          <p:nvPr>
            <p:ph type="body" sz="quarter" idx="13" hasCustomPrompt="1"/>
          </p:nvPr>
        </p:nvSpPr>
        <p:spPr>
          <a:xfrm>
            <a:off x="854598" y="3903218"/>
            <a:ext cx="3890150" cy="896938"/>
          </a:xfrm>
          <a:prstGeom prst="rect">
            <a:avLst/>
          </a:prstGeom>
        </p:spPr>
        <p:txBody>
          <a:bodyPr lIns="0" tIns="0" rIns="0" bIns="0"/>
          <a:lstStyle>
            <a:lvl1pPr marL="0" indent="0">
              <a:buNone/>
              <a:defRPr>
                <a:solidFill>
                  <a:schemeClr val="tx1"/>
                </a:solidFill>
              </a:defRPr>
            </a:lvl1pPr>
            <a:lvl2pPr marL="357188" indent="0">
              <a:buNone/>
              <a:defRPr/>
            </a:lvl2pPr>
            <a:lvl3pPr marL="714375" indent="0">
              <a:buNone/>
              <a:defRPr/>
            </a:lvl3pPr>
            <a:lvl4pPr marL="1081087" indent="0">
              <a:buNone/>
              <a:defRPr/>
            </a:lvl4pPr>
            <a:lvl5pPr marL="1438275" indent="0">
              <a:buNone/>
              <a:defRPr/>
            </a:lvl5pPr>
          </a:lstStyle>
          <a:p>
            <a:pPr lvl="0"/>
            <a:r>
              <a:rPr lang="en-GB"/>
              <a:t>Section subhead</a:t>
            </a:r>
          </a:p>
        </p:txBody>
      </p:sp>
      <p:sp>
        <p:nvSpPr>
          <p:cNvPr id="10" name="Rectangle 9">
            <a:extLst>
              <a:ext uri="{FF2B5EF4-FFF2-40B4-BE49-F238E27FC236}">
                <a16:creationId xmlns:a16="http://schemas.microsoft.com/office/drawing/2014/main" id="{8262997B-3AAD-0D48-95DC-60BECBF9FEF6}"/>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tx1"/>
                </a:solidFill>
              </a:rPr>
              <a:t>‹#›</a:t>
            </a:fld>
            <a:endParaRPr lang="en-GB" sz="1200">
              <a:solidFill>
                <a:schemeClr val="tx1"/>
              </a:solidFill>
            </a:endParaRPr>
          </a:p>
        </p:txBody>
      </p:sp>
      <p:pic>
        <p:nvPicPr>
          <p:cNvPr id="5" name="Picture 4" descr="A blue rectangle with black background&#10;&#10;Description automatically generated">
            <a:extLst>
              <a:ext uri="{FF2B5EF4-FFF2-40B4-BE49-F238E27FC236}">
                <a16:creationId xmlns:a16="http://schemas.microsoft.com/office/drawing/2014/main" id="{D115B473-1B85-DD59-52BE-0E90A80C940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4172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Headline slide with image A">
    <p:bg>
      <p:bgPr>
        <a:solidFill>
          <a:srgbClr val="F6F8F8"/>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EF456E7-F404-A541-B6E9-27C1B10EC600}"/>
              </a:ext>
            </a:extLst>
          </p:cNvPr>
          <p:cNvSpPr>
            <a:spLocks noGrp="1"/>
          </p:cNvSpPr>
          <p:nvPr>
            <p:ph type="pic" sz="quarter" idx="10" hasCustomPrompt="1"/>
          </p:nvPr>
        </p:nvSpPr>
        <p:spPr>
          <a:xfrm>
            <a:off x="6096000" y="0"/>
            <a:ext cx="6096000" cy="6858000"/>
          </a:xfrm>
          <a:prstGeom prst="rect">
            <a:avLst/>
          </a:prstGeom>
          <a:solidFill>
            <a:schemeClr val="tx2"/>
          </a:solidFill>
        </p:spPr>
        <p:txBody>
          <a:bodyPr tIns="2340000"/>
          <a:lstStyle>
            <a:lvl1pPr algn="ctr">
              <a:buNone/>
              <a:defRPr/>
            </a:lvl1pPr>
          </a:lstStyle>
          <a:p>
            <a:r>
              <a:rPr lang="en-GB"/>
              <a:t>Click on icon to insert image (including Alt Text)</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E42CCDA4-D437-6B48-8BBD-CAC30F281160}"/>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tx1"/>
                </a:solidFill>
              </a:rPr>
              <a:pPr algn="r"/>
              <a:t>‹#›</a:t>
            </a:fld>
            <a:endParaRPr lang="en-GB" sz="1200">
              <a:solidFill>
                <a:schemeClr val="tx1"/>
              </a:solidFill>
            </a:endParaRPr>
          </a:p>
        </p:txBody>
      </p:sp>
      <p:sp>
        <p:nvSpPr>
          <p:cNvPr id="5" name="Text Placeholder 6">
            <a:extLst>
              <a:ext uri="{FF2B5EF4-FFF2-40B4-BE49-F238E27FC236}">
                <a16:creationId xmlns:a16="http://schemas.microsoft.com/office/drawing/2014/main" id="{50355A0D-4235-0CF1-A976-C33D8CCCBFCD}"/>
              </a:ext>
            </a:extLst>
          </p:cNvPr>
          <p:cNvSpPr>
            <a:spLocks noGrp="1"/>
          </p:cNvSpPr>
          <p:nvPr>
            <p:ph type="body" sz="quarter" idx="13" hasCustomPrompt="1"/>
          </p:nvPr>
        </p:nvSpPr>
        <p:spPr>
          <a:xfrm>
            <a:off x="891916" y="3903218"/>
            <a:ext cx="3890150" cy="896938"/>
          </a:xfrm>
          <a:prstGeom prst="rect">
            <a:avLst/>
          </a:prstGeom>
        </p:spPr>
        <p:txBody>
          <a:bodyPr lIns="0" tIns="0" rIns="0" bIns="0"/>
          <a:lstStyle>
            <a:lvl1pPr marL="0" indent="0">
              <a:buNone/>
              <a:defRPr>
                <a:solidFill>
                  <a:schemeClr val="tx1"/>
                </a:solidFill>
              </a:defRPr>
            </a:lvl1pPr>
            <a:lvl2pPr marL="357188" indent="0">
              <a:buNone/>
              <a:defRPr/>
            </a:lvl2pPr>
            <a:lvl3pPr marL="714375" indent="0">
              <a:buNone/>
              <a:defRPr/>
            </a:lvl3pPr>
            <a:lvl4pPr marL="1081087" indent="0">
              <a:buNone/>
              <a:defRPr/>
            </a:lvl4pPr>
            <a:lvl5pPr marL="1438275" indent="0">
              <a:buNone/>
              <a:defRPr/>
            </a:lvl5pPr>
          </a:lstStyle>
          <a:p>
            <a:pPr lvl="0"/>
            <a:r>
              <a:rPr lang="en-GB"/>
              <a:t>Section subhead</a:t>
            </a:r>
          </a:p>
        </p:txBody>
      </p:sp>
      <p:sp>
        <p:nvSpPr>
          <p:cNvPr id="2" name="Title 1">
            <a:extLst>
              <a:ext uri="{FF2B5EF4-FFF2-40B4-BE49-F238E27FC236}">
                <a16:creationId xmlns:a16="http://schemas.microsoft.com/office/drawing/2014/main" id="{77E577A8-7F18-CBCC-319C-10DC2550A76F}"/>
              </a:ext>
            </a:extLst>
          </p:cNvPr>
          <p:cNvSpPr>
            <a:spLocks noGrp="1"/>
          </p:cNvSpPr>
          <p:nvPr>
            <p:ph type="title" hasCustomPrompt="1"/>
          </p:nvPr>
        </p:nvSpPr>
        <p:spPr>
          <a:xfrm>
            <a:off x="747468" y="2165645"/>
            <a:ext cx="4716354" cy="1325563"/>
          </a:xfrm>
        </p:spPr>
        <p:txBody>
          <a:bodyPr>
            <a:noAutofit/>
          </a:bodyPr>
          <a:lstStyle>
            <a:lvl1pPr>
              <a:defRPr sz="6000" b="1"/>
            </a:lvl1pPr>
          </a:lstStyle>
          <a:p>
            <a:r>
              <a:rPr lang="en-US"/>
              <a:t>Breaker </a:t>
            </a:r>
            <a:br>
              <a:rPr lang="en-US"/>
            </a:br>
            <a:r>
              <a:rPr lang="en-US"/>
              <a:t>slide 5</a:t>
            </a:r>
            <a:endParaRPr lang="en-GB"/>
          </a:p>
        </p:txBody>
      </p:sp>
    </p:spTree>
    <p:extLst>
      <p:ext uri="{BB962C8B-B14F-4D97-AF65-F5344CB8AC3E}">
        <p14:creationId xmlns:p14="http://schemas.microsoft.com/office/powerpoint/2010/main" val="125684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d Slide ACCESSIB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D92FD5-08EA-6BC8-29BC-BCF5EEFE18A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5400000">
            <a:off x="-2509143" y="-71523"/>
            <a:ext cx="10768951" cy="7616239"/>
          </a:xfrm>
          <a:prstGeom prst="rect">
            <a:avLst/>
          </a:prstGeom>
        </p:spPr>
      </p:pic>
      <p:pic>
        <p:nvPicPr>
          <p:cNvPr id="3" name="Picture 2" descr="Logo&#10;&#10;Description automatically generated">
            <a:extLst>
              <a:ext uri="{FF2B5EF4-FFF2-40B4-BE49-F238E27FC236}">
                <a16:creationId xmlns:a16="http://schemas.microsoft.com/office/drawing/2014/main" id="{077C56A3-4FFE-73CF-6F7F-1F451E5B3F1E}"/>
              </a:ext>
            </a:extLst>
          </p:cNvPr>
          <p:cNvPicPr>
            <a:picLocks noChangeAspect="1"/>
          </p:cNvPicPr>
          <p:nvPr userDrawn="1"/>
        </p:nvPicPr>
        <p:blipFill>
          <a:blip r:embed="rId3"/>
          <a:stretch>
            <a:fillRect/>
          </a:stretch>
        </p:blipFill>
        <p:spPr>
          <a:xfrm>
            <a:off x="10551045" y="364425"/>
            <a:ext cx="1208955" cy="979789"/>
          </a:xfrm>
          <a:prstGeom prst="rect">
            <a:avLst/>
          </a:prstGeom>
        </p:spPr>
      </p:pic>
      <p:cxnSp>
        <p:nvCxnSpPr>
          <p:cNvPr id="9" name="Straight Connector 8">
            <a:extLst>
              <a:ext uri="{FF2B5EF4-FFF2-40B4-BE49-F238E27FC236}">
                <a16:creationId xmlns:a16="http://schemas.microsoft.com/office/drawing/2014/main" id="{F9D383FB-0467-4241-BEF0-D636E886723B}"/>
              </a:ext>
              <a:ext uri="{C183D7F6-B498-43B3-948B-1728B52AA6E4}">
                <adec:decorative xmlns:adec="http://schemas.microsoft.com/office/drawing/2017/decorative" val="1"/>
              </a:ext>
            </a:extLst>
          </p:cNvPr>
          <p:cNvCxnSpPr/>
          <p:nvPr userDrawn="1"/>
        </p:nvCxnSpPr>
        <p:spPr>
          <a:xfrm>
            <a:off x="5715926" y="2605852"/>
            <a:ext cx="8651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90E57B-AF19-8642-9E47-AF887F52887B}"/>
              </a:ext>
            </a:extLst>
          </p:cNvPr>
          <p:cNvSpPr txBox="1"/>
          <p:nvPr userDrawn="1"/>
        </p:nvSpPr>
        <p:spPr>
          <a:xfrm>
            <a:off x="5610770" y="2808746"/>
            <a:ext cx="4343734" cy="260803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2400"/>
              </a:spcAft>
              <a:buClr>
                <a:srgbClr val="005EB8"/>
              </a:buClr>
              <a:buSzTx/>
              <a:buFont typeface="Arial" panose="020B0604020202020204" pitchFamily="34" charset="0"/>
              <a:buNone/>
              <a:tabLst/>
              <a:defRPr/>
            </a:pPr>
            <a:r>
              <a:rPr kumimoji="0" lang="en-GB" sz="3600" b="1" i="0" u="none" strike="noStrike" kern="1200" cap="none" spc="20" normalizeH="0" baseline="0" noProof="0">
                <a:ln>
                  <a:noFill/>
                </a:ln>
                <a:solidFill>
                  <a:schemeClr val="tx1"/>
                </a:solidFill>
                <a:effectLst/>
                <a:uLnTx/>
                <a:uFillTx/>
                <a:latin typeface="+mn-lt"/>
                <a:ea typeface="+mn-ea"/>
                <a:cs typeface="+mn-cs"/>
              </a:rPr>
              <a:t> Thank You</a:t>
            </a:r>
          </a:p>
          <a:p>
            <a:pPr marL="0" marR="0" lvl="0" indent="0" algn="l" defTabSz="914400" rtl="0" eaLnBrk="1" fontAlgn="auto" latinLnBrk="0" hangingPunct="1">
              <a:lnSpc>
                <a:spcPct val="100000"/>
              </a:lnSpc>
              <a:spcBef>
                <a:spcPts val="0"/>
              </a:spcBef>
              <a:spcAft>
                <a:spcPts val="1800"/>
              </a:spcAft>
              <a:buClr>
                <a:srgbClr val="005EB8"/>
              </a:buClr>
              <a:buSzTx/>
              <a:buFont typeface="Arial" panose="020B0604020202020204" pitchFamily="34" charset="0"/>
              <a:buNone/>
              <a:tabLst/>
              <a:defRPr/>
            </a:pPr>
            <a:r>
              <a:rPr kumimoji="0" lang="en-GB" sz="2400" b="1" i="0" u="none" strike="noStrike" kern="1200" cap="none" spc="20" normalizeH="0" baseline="0" noProof="0">
                <a:ln>
                  <a:noFill/>
                </a:ln>
                <a:solidFill>
                  <a:schemeClr val="tx1"/>
                </a:solidFill>
                <a:effectLst/>
                <a:uLnTx/>
                <a:uFillTx/>
                <a:latin typeface="+mn-lt"/>
                <a:ea typeface="+mn-ea"/>
                <a:cs typeface="+mn-cs"/>
              </a:rPr>
              <a:t>        	@nhsengland</a:t>
            </a:r>
          </a:p>
          <a:p>
            <a:pPr marL="0" marR="0" lvl="0" indent="0" algn="l" defTabSz="914400" rtl="0" eaLnBrk="1" fontAlgn="auto" latinLnBrk="0" hangingPunct="1">
              <a:lnSpc>
                <a:spcPct val="100000"/>
              </a:lnSpc>
              <a:spcBef>
                <a:spcPts val="0"/>
              </a:spcBef>
              <a:spcAft>
                <a:spcPts val="1800"/>
              </a:spcAft>
              <a:buClr>
                <a:srgbClr val="005EB8"/>
              </a:buClr>
              <a:buSzTx/>
              <a:buFont typeface="Arial" panose="020B0604020202020204" pitchFamily="34" charset="0"/>
              <a:buNone/>
              <a:tabLst/>
              <a:defRPr/>
            </a:pPr>
            <a:r>
              <a:rPr kumimoji="0" lang="en-GB" sz="2400" b="1" i="0" u="none" strike="noStrike" kern="1200" cap="none" spc="20" normalizeH="0" baseline="0" noProof="0">
                <a:ln>
                  <a:noFill/>
                </a:ln>
                <a:solidFill>
                  <a:schemeClr val="tx1"/>
                </a:solidFill>
                <a:effectLst/>
                <a:uLnTx/>
                <a:uFillTx/>
                <a:latin typeface="+mn-lt"/>
                <a:ea typeface="+mn-ea"/>
                <a:cs typeface="+mn-cs"/>
              </a:rPr>
              <a:t>        	company/</a:t>
            </a:r>
            <a:r>
              <a:rPr kumimoji="0" lang="en-GB" sz="2400" b="1" i="0" u="none" strike="noStrike" kern="1200" cap="none" spc="20" normalizeH="0" baseline="0" noProof="0" err="1">
                <a:ln>
                  <a:noFill/>
                </a:ln>
                <a:solidFill>
                  <a:schemeClr val="tx1"/>
                </a:solidFill>
                <a:effectLst/>
                <a:uLnTx/>
                <a:uFillTx/>
                <a:latin typeface="+mn-lt"/>
                <a:ea typeface="+mn-ea"/>
                <a:cs typeface="+mn-cs"/>
              </a:rPr>
              <a:t>nhsengland</a:t>
            </a:r>
            <a:endParaRPr kumimoji="0" lang="en-GB" sz="2400" b="1" i="0" u="none" strike="noStrike" kern="1200" cap="none" spc="20" normalizeH="0" baseline="0" noProof="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1800"/>
              </a:spcAft>
              <a:buClr>
                <a:srgbClr val="005EB8"/>
              </a:buClr>
              <a:buSzTx/>
              <a:buFont typeface="Arial" panose="020B0604020202020204" pitchFamily="34" charset="0"/>
              <a:buNone/>
              <a:tabLst/>
              <a:defRPr/>
            </a:pPr>
            <a:r>
              <a:rPr kumimoji="0" lang="en-GB" sz="2400" b="1" i="0" u="none" strike="noStrike" kern="1200" cap="none" spc="20" normalizeH="0" baseline="0" noProof="0">
                <a:ln>
                  <a:noFill/>
                </a:ln>
                <a:solidFill>
                  <a:schemeClr val="tx1"/>
                </a:solidFill>
                <a:effectLst/>
                <a:uLnTx/>
                <a:uFillTx/>
                <a:latin typeface="+mn-lt"/>
                <a:ea typeface="+mn-ea"/>
                <a:cs typeface="+mn-cs"/>
              </a:rPr>
              <a:t>	england.nhs.uk</a:t>
            </a:r>
            <a:endParaRPr lang="en-GB" sz="2400" b="1">
              <a:solidFill>
                <a:schemeClr val="tx1"/>
              </a:solidFill>
            </a:endParaRPr>
          </a:p>
        </p:txBody>
      </p:sp>
      <p:pic>
        <p:nvPicPr>
          <p:cNvPr id="5" name="Picture 4" descr="Twitter symbol">
            <a:extLst>
              <a:ext uri="{FF2B5EF4-FFF2-40B4-BE49-F238E27FC236}">
                <a16:creationId xmlns:a16="http://schemas.microsoft.com/office/drawing/2014/main" id="{6C1B65D7-2EE6-F44F-85AA-7C93787926CD}"/>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5872040" y="3665234"/>
            <a:ext cx="390144" cy="390144"/>
          </a:xfrm>
          <a:prstGeom prst="rect">
            <a:avLst/>
          </a:prstGeom>
        </p:spPr>
      </p:pic>
      <p:pic>
        <p:nvPicPr>
          <p:cNvPr id="8" name="Picture 7" descr="LinkedIn symbol">
            <a:extLst>
              <a:ext uri="{FF2B5EF4-FFF2-40B4-BE49-F238E27FC236}">
                <a16:creationId xmlns:a16="http://schemas.microsoft.com/office/drawing/2014/main" id="{F2843EE8-F6F8-9D40-92C1-94FB4DCF14BB}"/>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5885396" y="4266369"/>
            <a:ext cx="390144" cy="390144"/>
          </a:xfrm>
          <a:prstGeom prst="rect">
            <a:avLst/>
          </a:prstGeom>
        </p:spPr>
      </p:pic>
      <p:pic>
        <p:nvPicPr>
          <p:cNvPr id="72" name="Picture 96" descr="World-wide web symbol">
            <a:extLst>
              <a:ext uri="{FF2B5EF4-FFF2-40B4-BE49-F238E27FC236}">
                <a16:creationId xmlns:a16="http://schemas.microsoft.com/office/drawing/2014/main" id="{664BA24D-FA8C-EE4D-A2DC-491BF11D6FA6}"/>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5767074" y="4806522"/>
            <a:ext cx="600075" cy="600075"/>
          </a:xfrm>
          <a:prstGeom prst="rect">
            <a:avLst/>
          </a:prstGeom>
        </p:spPr>
      </p:pic>
      <p:sp>
        <p:nvSpPr>
          <p:cNvPr id="10" name="Rectangle 9">
            <a:extLst>
              <a:ext uri="{FF2B5EF4-FFF2-40B4-BE49-F238E27FC236}">
                <a16:creationId xmlns:a16="http://schemas.microsoft.com/office/drawing/2014/main" id="{93DACDB8-C05A-C540-BF85-5FDDA3660A2E}"/>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2"/>
                </a:solidFill>
              </a:rPr>
              <a:t>‹#›</a:t>
            </a:fld>
            <a:endParaRPr lang="en-GB" sz="1200">
              <a:solidFill>
                <a:schemeClr val="accent2"/>
              </a:solidFill>
            </a:endParaRPr>
          </a:p>
        </p:txBody>
      </p:sp>
    </p:spTree>
    <p:extLst>
      <p:ext uri="{BB962C8B-B14F-4D97-AF65-F5344CB8AC3E}">
        <p14:creationId xmlns:p14="http://schemas.microsoft.com/office/powerpoint/2010/main" val="461523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ata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2000" y="310075"/>
            <a:ext cx="11404154" cy="426721"/>
          </a:xfrm>
          <a:prstGeom prst="rect">
            <a:avLst/>
          </a:prstGeom>
        </p:spPr>
        <p:txBody>
          <a:bodyPr lIns="0" tIns="0" rIns="0" bIns="0" anchor="t">
            <a:normAutofit/>
          </a:bodyPr>
          <a:lstStyle>
            <a:lvl1pPr>
              <a:defRPr sz="2400" b="1">
                <a:solidFill>
                  <a:schemeClr val="tx1"/>
                </a:solidFill>
              </a:defRPr>
            </a:lvl1pPr>
          </a:lstStyle>
          <a:p>
            <a:r>
              <a:rPr lang="en-GB"/>
              <a:t>Heading</a:t>
            </a:r>
          </a:p>
        </p:txBody>
      </p:sp>
      <p:sp>
        <p:nvSpPr>
          <p:cNvPr id="9" name="TextBox 8">
            <a:extLst>
              <a:ext uri="{FF2B5EF4-FFF2-40B4-BE49-F238E27FC236}">
                <a16:creationId xmlns:a16="http://schemas.microsoft.com/office/drawing/2014/main" id="{990784B1-AA1E-DC4B-BEB4-EC05249AFE00}"/>
              </a:ext>
            </a:extLst>
          </p:cNvPr>
          <p:cNvSpPr txBox="1"/>
          <p:nvPr userDrawn="1"/>
        </p:nvSpPr>
        <p:spPr>
          <a:xfrm>
            <a:off x="4700954" y="423203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0" name="Rectangle 9">
            <a:extLst>
              <a:ext uri="{FF2B5EF4-FFF2-40B4-BE49-F238E27FC236}">
                <a16:creationId xmlns:a16="http://schemas.microsoft.com/office/drawing/2014/main" id="{FF8B4B32-B7B7-DB40-9D0C-2D4D8414C6EC}"/>
              </a:ext>
            </a:extLst>
          </p:cNvPr>
          <p:cNvSpPr/>
          <p:nvPr userDrawn="1"/>
        </p:nvSpPr>
        <p:spPr>
          <a:xfrm>
            <a:off x="11444644" y="6404977"/>
            <a:ext cx="372218" cy="276999"/>
          </a:xfrm>
          <a:prstGeom prst="rect">
            <a:avLst/>
          </a:prstGeom>
        </p:spPr>
        <p:txBody>
          <a:bodyPr wrap="none">
            <a:spAutoFit/>
          </a:bodyPr>
          <a:lstStyle/>
          <a:p>
            <a:pPr algn="r"/>
            <a:fld id="{BA3B713D-1FBB-0E4F-91D0-D2B735266E79}" type="slidenum">
              <a:rPr lang="en-GB" sz="1200" smtClean="0">
                <a:solidFill>
                  <a:schemeClr val="accent6"/>
                </a:solidFill>
              </a:rPr>
              <a:t>‹#›</a:t>
            </a:fld>
            <a:endParaRPr lang="en-GB" sz="1200">
              <a:solidFill>
                <a:schemeClr val="accent6"/>
              </a:solidFill>
            </a:endParaRPr>
          </a:p>
        </p:txBody>
      </p:sp>
      <p:sp>
        <p:nvSpPr>
          <p:cNvPr id="4" name="TextBox 3">
            <a:extLst>
              <a:ext uri="{FF2B5EF4-FFF2-40B4-BE49-F238E27FC236}">
                <a16:creationId xmlns:a16="http://schemas.microsoft.com/office/drawing/2014/main" id="{97C3715D-C90E-7C4B-B312-C707773A39DD}"/>
              </a:ext>
            </a:extLst>
          </p:cNvPr>
          <p:cNvSpPr txBox="1"/>
          <p:nvPr userDrawn="1"/>
        </p:nvSpPr>
        <p:spPr>
          <a:xfrm>
            <a:off x="2232561" y="3170712"/>
            <a:ext cx="0" cy="0"/>
          </a:xfrm>
          <a:prstGeom prst="rect">
            <a:avLst/>
          </a:prstGeom>
          <a:noFill/>
        </p:spPr>
        <p:txBody>
          <a:bodyPr wrap="none" lIns="0" tIns="0" rIns="0" bIns="0" rtlCol="0">
            <a:noAutofit/>
          </a:bodyPr>
          <a:lstStyle/>
          <a:p>
            <a:endParaRPr lang="en-GB" sz="1200" b="1">
              <a:solidFill>
                <a:schemeClr val="accent1"/>
              </a:solidFill>
            </a:endParaRPr>
          </a:p>
        </p:txBody>
      </p:sp>
      <p:cxnSp>
        <p:nvCxnSpPr>
          <p:cNvPr id="12" name="Straight Connector 11">
            <a:extLst>
              <a:ext uri="{FF2B5EF4-FFF2-40B4-BE49-F238E27FC236}">
                <a16:creationId xmlns:a16="http://schemas.microsoft.com/office/drawing/2014/main" id="{137E920E-FCD4-834F-9787-A19C03BDF9AE}"/>
              </a:ext>
              <a:ext uri="{C183D7F6-B498-43B3-948B-1728B52AA6E4}">
                <adec:decorative xmlns:adec="http://schemas.microsoft.com/office/drawing/2017/decorative" val="1"/>
              </a:ext>
            </a:extLst>
          </p:cNvPr>
          <p:cNvCxnSpPr>
            <a:cxnSpLocks/>
          </p:cNvCxnSpPr>
          <p:nvPr userDrawn="1"/>
        </p:nvCxnSpPr>
        <p:spPr>
          <a:xfrm>
            <a:off x="432000" y="6336000"/>
            <a:ext cx="113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055424E-84DC-71BA-CBB2-BE0007D93CE1}"/>
              </a:ext>
            </a:extLst>
          </p:cNvPr>
          <p:cNvPicPr>
            <a:picLocks noChangeAspect="1"/>
          </p:cNvPicPr>
          <p:nvPr userDrawn="1"/>
        </p:nvPicPr>
        <p:blipFill>
          <a:blip r:embed="rId2"/>
          <a:stretch>
            <a:fillRect/>
          </a:stretch>
        </p:blipFill>
        <p:spPr>
          <a:xfrm rot="10800000">
            <a:off x="9220370" y="244040"/>
            <a:ext cx="3064672" cy="187960"/>
          </a:xfrm>
          <a:prstGeom prst="rect">
            <a:avLst/>
          </a:prstGeom>
        </p:spPr>
      </p:pic>
      <p:sp>
        <p:nvSpPr>
          <p:cNvPr id="3" name="Text Placeholder 7">
            <a:extLst>
              <a:ext uri="{FF2B5EF4-FFF2-40B4-BE49-F238E27FC236}">
                <a16:creationId xmlns:a16="http://schemas.microsoft.com/office/drawing/2014/main" id="{FB2922A9-9C8F-43B1-7D0A-0C7761EE45F2}"/>
              </a:ext>
            </a:extLst>
          </p:cNvPr>
          <p:cNvSpPr>
            <a:spLocks noGrp="1"/>
          </p:cNvSpPr>
          <p:nvPr>
            <p:ph type="body" sz="quarter" idx="13" hasCustomPrompt="1"/>
          </p:nvPr>
        </p:nvSpPr>
        <p:spPr>
          <a:xfrm>
            <a:off x="432001" y="767200"/>
            <a:ext cx="11012644" cy="577927"/>
          </a:xfrm>
          <a:prstGeom prst="rect">
            <a:avLst/>
          </a:prstGeom>
        </p:spPr>
        <p:txBody>
          <a:bodyPr lIns="0" tIns="0" rIns="0" bIns="0">
            <a:noAutofit/>
          </a:bodyPr>
          <a:lstStyle>
            <a:lvl1pPr marL="0" indent="0">
              <a:lnSpc>
                <a:spcPts val="2200"/>
              </a:lnSpc>
              <a:spcBef>
                <a:spcPts val="0"/>
              </a:spcBef>
              <a:spcAft>
                <a:spcPts val="900"/>
              </a:spcAft>
              <a:buClr>
                <a:schemeClr val="tx1"/>
              </a:buClr>
              <a:buNone/>
              <a:defRPr sz="1800" b="1">
                <a:solidFill>
                  <a:schemeClr val="accent6"/>
                </a:solidFill>
              </a:defRPr>
            </a:lvl1pPr>
            <a:lvl2pPr marL="357188" indent="0">
              <a:buClr>
                <a:schemeClr val="tx1"/>
              </a:buClr>
              <a:buNone/>
              <a:defRPr sz="1800">
                <a:solidFill>
                  <a:schemeClr val="tx1"/>
                </a:solidFill>
              </a:defRPr>
            </a:lvl2pPr>
            <a:lvl3pPr marL="714375" indent="0">
              <a:buClr>
                <a:schemeClr val="tx1"/>
              </a:buClr>
              <a:buNone/>
              <a:defRPr sz="1800">
                <a:solidFill>
                  <a:schemeClr val="tx1"/>
                </a:solidFill>
              </a:defRPr>
            </a:lvl3pPr>
            <a:lvl4pPr marL="1081087" indent="0">
              <a:buClr>
                <a:schemeClr val="tx1"/>
              </a:buClr>
              <a:buNone/>
              <a:defRPr sz="1800">
                <a:solidFill>
                  <a:schemeClr val="tx1"/>
                </a:solidFill>
              </a:defRPr>
            </a:lvl4pPr>
            <a:lvl5pPr marL="1438275" indent="0">
              <a:buClr>
                <a:schemeClr val="tx1"/>
              </a:buClr>
              <a:buNone/>
              <a:defRPr sz="1800">
                <a:solidFill>
                  <a:schemeClr val="tx1"/>
                </a:solidFill>
              </a:defRPr>
            </a:lvl5pPr>
          </a:lstStyle>
          <a:p>
            <a:pPr lvl="0"/>
            <a:r>
              <a:rPr lang="en-GB"/>
              <a:t>Subhead if needed</a:t>
            </a:r>
          </a:p>
        </p:txBody>
      </p:sp>
    </p:spTree>
    <p:extLst>
      <p:ext uri="{BB962C8B-B14F-4D97-AF65-F5344CB8AC3E}">
        <p14:creationId xmlns:p14="http://schemas.microsoft.com/office/powerpoint/2010/main" val="11083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ront title slide">
    <p:bg>
      <p:bgPr>
        <a:solidFill>
          <a:srgbClr val="F6F8F8"/>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598E9D71-498A-0294-DB92-FA8A45963C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2330720" y="-508517"/>
            <a:ext cx="11319578" cy="8005665"/>
          </a:xfrm>
          <a:prstGeom prst="rect">
            <a:avLst/>
          </a:prstGeom>
        </p:spPr>
      </p:pic>
      <p:sp>
        <p:nvSpPr>
          <p:cNvPr id="2" name="Title 1">
            <a:extLst>
              <a:ext uri="{FF2B5EF4-FFF2-40B4-BE49-F238E27FC236}">
                <a16:creationId xmlns:a16="http://schemas.microsoft.com/office/drawing/2014/main" id="{7CD054BE-B63C-B248-A010-D04767679CD8}"/>
              </a:ext>
            </a:extLst>
          </p:cNvPr>
          <p:cNvSpPr>
            <a:spLocks noGrp="1"/>
          </p:cNvSpPr>
          <p:nvPr>
            <p:ph type="ctrTitle" hasCustomPrompt="1"/>
          </p:nvPr>
        </p:nvSpPr>
        <p:spPr>
          <a:xfrm>
            <a:off x="432000" y="1002268"/>
            <a:ext cx="4643853" cy="2507695"/>
          </a:xfrm>
          <a:prstGeom prst="rect">
            <a:avLst/>
          </a:prstGeom>
        </p:spPr>
        <p:txBody>
          <a:bodyPr lIns="0" tIns="0" rIns="0" bIns="0" anchor="b">
            <a:noAutofit/>
          </a:bodyPr>
          <a:lstStyle>
            <a:lvl1pPr algn="l">
              <a:defRPr sz="5400" b="1" spc="-30" baseline="0">
                <a:solidFill>
                  <a:schemeClr val="tx1"/>
                </a:solidFill>
              </a:defRPr>
            </a:lvl1pPr>
          </a:lstStyle>
          <a:p>
            <a:r>
              <a:rPr lang="en-GB"/>
              <a:t>Presentation title</a:t>
            </a:r>
          </a:p>
        </p:txBody>
      </p:sp>
      <p:sp>
        <p:nvSpPr>
          <p:cNvPr id="3" name="Subtitle 2">
            <a:extLst>
              <a:ext uri="{FF2B5EF4-FFF2-40B4-BE49-F238E27FC236}">
                <a16:creationId xmlns:a16="http://schemas.microsoft.com/office/drawing/2014/main" id="{AEB3AB80-4EA2-FC4A-9654-92EF4DFF45D6}"/>
              </a:ext>
            </a:extLst>
          </p:cNvPr>
          <p:cNvSpPr>
            <a:spLocks noGrp="1"/>
          </p:cNvSpPr>
          <p:nvPr>
            <p:ph type="subTitle" idx="1"/>
          </p:nvPr>
        </p:nvSpPr>
        <p:spPr>
          <a:xfrm>
            <a:off x="432000" y="3600000"/>
            <a:ext cx="7973051" cy="1024967"/>
          </a:xfrm>
          <a:prstGeom prst="rect">
            <a:avLst/>
          </a:prstGeom>
        </p:spPr>
        <p:txBody>
          <a:bodyPr lIns="0" tIns="0" rIns="0" bIns="0">
            <a:normAutofit/>
          </a:bodyPr>
          <a:lstStyle>
            <a:lvl1pPr marL="0" indent="0" algn="l">
              <a:buNone/>
              <a:defRPr sz="28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Slide Number Placeholder 5">
            <a:extLst>
              <a:ext uri="{FF2B5EF4-FFF2-40B4-BE49-F238E27FC236}">
                <a16:creationId xmlns:a16="http://schemas.microsoft.com/office/drawing/2014/main" id="{DA80857E-40D1-074A-8CBC-E3E38E695791}"/>
              </a:ext>
            </a:extLst>
          </p:cNvPr>
          <p:cNvSpPr>
            <a:spLocks noGrp="1"/>
          </p:cNvSpPr>
          <p:nvPr>
            <p:ph type="sldNum" sz="quarter" idx="12"/>
          </p:nvPr>
        </p:nvSpPr>
        <p:spPr>
          <a:xfrm>
            <a:off x="8610600" y="6356350"/>
            <a:ext cx="3002280" cy="365125"/>
          </a:xfrm>
          <a:prstGeom prst="rect">
            <a:avLst/>
          </a:prstGeom>
        </p:spPr>
        <p:txBody>
          <a:bodyPr/>
          <a:lstStyle/>
          <a:p>
            <a:fld id="{B8B67EA4-DCE3-FB49-A794-A4595EF638BC}" type="slidenum">
              <a:rPr lang="en-GB" smtClean="0"/>
              <a:t>‹#›</a:t>
            </a:fld>
            <a:endParaRPr lang="en-GB"/>
          </a:p>
        </p:txBody>
      </p:sp>
      <p:sp>
        <p:nvSpPr>
          <p:cNvPr id="12" name="TextBox 11">
            <a:extLst>
              <a:ext uri="{FF2B5EF4-FFF2-40B4-BE49-F238E27FC236}">
                <a16:creationId xmlns:a16="http://schemas.microsoft.com/office/drawing/2014/main" id="{391DEB39-6B31-D948-AF21-75D8DF423B1B}"/>
              </a:ext>
            </a:extLst>
          </p:cNvPr>
          <p:cNvSpPr txBox="1"/>
          <p:nvPr userDrawn="1"/>
        </p:nvSpPr>
        <p:spPr>
          <a:xfrm>
            <a:off x="3225114" y="6017741"/>
            <a:ext cx="0" cy="0"/>
          </a:xfrm>
          <a:prstGeom prst="rect">
            <a:avLst/>
          </a:prstGeom>
          <a:noFill/>
        </p:spPr>
        <p:txBody>
          <a:bodyPr wrap="none" lIns="0" tIns="0" rIns="0" bIns="0" rtlCol="0">
            <a:noAutofit/>
          </a:bodyPr>
          <a:lstStyle/>
          <a:p>
            <a:endParaRPr lang="en-GB" sz="1200" b="1">
              <a:solidFill>
                <a:schemeClr val="accent1"/>
              </a:solidFill>
            </a:endParaRPr>
          </a:p>
        </p:txBody>
      </p:sp>
      <p:sp>
        <p:nvSpPr>
          <p:cNvPr id="11" name="Text Placeholder 10">
            <a:extLst>
              <a:ext uri="{FF2B5EF4-FFF2-40B4-BE49-F238E27FC236}">
                <a16:creationId xmlns:a16="http://schemas.microsoft.com/office/drawing/2014/main" id="{78E63D1E-5669-124C-90CA-03B13A7D7AE0}"/>
              </a:ext>
            </a:extLst>
          </p:cNvPr>
          <p:cNvSpPr>
            <a:spLocks noGrp="1"/>
          </p:cNvSpPr>
          <p:nvPr>
            <p:ph type="body" sz="quarter" idx="13"/>
          </p:nvPr>
        </p:nvSpPr>
        <p:spPr>
          <a:xfrm>
            <a:off x="432000" y="5760000"/>
            <a:ext cx="6259513" cy="488950"/>
          </a:xfrm>
          <a:prstGeom prst="rect">
            <a:avLst/>
          </a:prstGeom>
        </p:spPr>
        <p:txBody>
          <a:bodyPr lIns="0" tIns="0" rIns="0" bIns="0">
            <a:normAutofit/>
          </a:bodyPr>
          <a:lstStyle>
            <a:lvl1pPr marL="0" indent="0">
              <a:lnSpc>
                <a:spcPct val="100000"/>
              </a:lnSpc>
              <a:spcBef>
                <a:spcPts val="0"/>
              </a:spcBef>
              <a:buNone/>
              <a:defRPr sz="2400">
                <a:solidFill>
                  <a:schemeClr val="accent6"/>
                </a:solidFill>
              </a:defRPr>
            </a:lvl1pPr>
            <a:lvl2pPr marL="357188" indent="0">
              <a:buNone/>
              <a:defRPr>
                <a:solidFill>
                  <a:schemeClr val="accent2"/>
                </a:solidFill>
              </a:defRPr>
            </a:lvl2pPr>
            <a:lvl3pPr marL="714375" indent="0">
              <a:buNone/>
              <a:defRPr>
                <a:solidFill>
                  <a:schemeClr val="accent2"/>
                </a:solidFill>
              </a:defRPr>
            </a:lvl3pPr>
            <a:lvl4pPr marL="1081087" indent="0">
              <a:buNone/>
              <a:defRPr>
                <a:solidFill>
                  <a:schemeClr val="accent2"/>
                </a:solidFill>
              </a:defRPr>
            </a:lvl4pPr>
            <a:lvl5pPr marL="1438275" indent="0">
              <a:buNone/>
              <a:defRPr>
                <a:solidFill>
                  <a:schemeClr val="accent2"/>
                </a:solidFill>
              </a:defRPr>
            </a:lvl5pPr>
          </a:lstStyle>
          <a:p>
            <a:pPr lvl="0"/>
            <a:r>
              <a:rPr lang="en-GB"/>
              <a:t>Click to edit Master text styles</a:t>
            </a:r>
          </a:p>
        </p:txBody>
      </p:sp>
      <p:sp>
        <p:nvSpPr>
          <p:cNvPr id="4" name="TextBox 3">
            <a:extLst>
              <a:ext uri="{FF2B5EF4-FFF2-40B4-BE49-F238E27FC236}">
                <a16:creationId xmlns:a16="http://schemas.microsoft.com/office/drawing/2014/main" id="{4DF2A1D7-0D87-D844-942F-FEAD20579184}"/>
              </a:ext>
            </a:extLst>
          </p:cNvPr>
          <p:cNvSpPr txBox="1"/>
          <p:nvPr userDrawn="1"/>
        </p:nvSpPr>
        <p:spPr>
          <a:xfrm>
            <a:off x="9233452" y="5486400"/>
            <a:ext cx="184731" cy="369332"/>
          </a:xfrm>
          <a:prstGeom prst="rect">
            <a:avLst/>
          </a:prstGeom>
          <a:noFill/>
        </p:spPr>
        <p:txBody>
          <a:bodyPr wrap="none" rtlCol="0">
            <a:spAutoFit/>
          </a:bodyPr>
          <a:lstStyle/>
          <a:p>
            <a:endParaRPr lang="en-US"/>
          </a:p>
        </p:txBody>
      </p:sp>
      <p:pic>
        <p:nvPicPr>
          <p:cNvPr id="9" name="Picture 8" descr="Logo&#10;&#10;Description automatically generated">
            <a:extLst>
              <a:ext uri="{FF2B5EF4-FFF2-40B4-BE49-F238E27FC236}">
                <a16:creationId xmlns:a16="http://schemas.microsoft.com/office/drawing/2014/main" id="{28D04FEF-6120-D9DF-6018-2393FD137B8B}"/>
              </a:ext>
            </a:extLst>
          </p:cNvPr>
          <p:cNvPicPr>
            <a:picLocks noChangeAspect="1"/>
          </p:cNvPicPr>
          <p:nvPr userDrawn="1"/>
        </p:nvPicPr>
        <p:blipFill>
          <a:blip r:embed="rId3"/>
          <a:stretch>
            <a:fillRect/>
          </a:stretch>
        </p:blipFill>
        <p:spPr>
          <a:xfrm>
            <a:off x="10551045" y="364425"/>
            <a:ext cx="1208955" cy="979789"/>
          </a:xfrm>
          <a:prstGeom prst="rect">
            <a:avLst/>
          </a:prstGeom>
        </p:spPr>
      </p:pic>
    </p:spTree>
    <p:extLst>
      <p:ext uri="{BB962C8B-B14F-4D97-AF65-F5344CB8AC3E}">
        <p14:creationId xmlns:p14="http://schemas.microsoft.com/office/powerpoint/2010/main" val="279831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CE947E-1F3C-4CE2-B205-42ACABCDF3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34187EB-CD8C-4429-80A8-057E397FF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278BCC8-525B-41FD-8646-596B1960C6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574AD-8404-48D7-8DB8-BCC9125C3396}" type="datetimeFigureOut">
              <a:rPr lang="en-GB" smtClean="0"/>
              <a:t>11/11/2025</a:t>
            </a:fld>
            <a:endParaRPr lang="en-GB"/>
          </a:p>
        </p:txBody>
      </p:sp>
      <p:sp>
        <p:nvSpPr>
          <p:cNvPr id="5" name="Footer Placeholder 4">
            <a:extLst>
              <a:ext uri="{FF2B5EF4-FFF2-40B4-BE49-F238E27FC236}">
                <a16:creationId xmlns:a16="http://schemas.microsoft.com/office/drawing/2014/main" id="{882564A6-47BB-43DB-A152-9E1555760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E33BD63-EE18-4132-8F91-68A0A2C0D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B67EA4-DCE3-FB49-A794-A4595EF638BC}" type="slidenum">
              <a:rPr lang="en-GB" smtClean="0"/>
              <a:t>‹#›</a:t>
            </a:fld>
            <a:endParaRPr lang="en-GB"/>
          </a:p>
        </p:txBody>
      </p:sp>
    </p:spTree>
    <p:extLst>
      <p:ext uri="{BB962C8B-B14F-4D97-AF65-F5344CB8AC3E}">
        <p14:creationId xmlns:p14="http://schemas.microsoft.com/office/powerpoint/2010/main" val="945044896"/>
      </p:ext>
    </p:extLst>
  </p:cSld>
  <p:clrMap bg1="dk1" tx1="lt1" bg2="dk2" tx2="lt2" accent1="accent1" accent2="accent2" accent3="accent3" accent4="accent4" accent5="accent5" accent6="accent6" hlink="hlink" folHlink="folHlink"/>
  <p:sldLayoutIdLst>
    <p:sldLayoutId id="2147483817" r:id="rId1"/>
    <p:sldLayoutId id="2147483833" r:id="rId2"/>
    <p:sldLayoutId id="2147483834" r:id="rId3"/>
    <p:sldLayoutId id="2147483826" r:id="rId4"/>
    <p:sldLayoutId id="2147483827" r:id="rId5"/>
    <p:sldLayoutId id="2147483789" r:id="rId6"/>
    <p:sldLayoutId id="2147483818" r:id="rId7"/>
    <p:sldLayoutId id="2147483813" r:id="rId8"/>
    <p:sldLayoutId id="2147483814" r:id="rId9"/>
    <p:sldLayoutId id="2147483815" r:id="rId10"/>
    <p:sldLayoutId id="2147483719" r:id="rId11"/>
    <p:sldLayoutId id="2147483938" r:id="rId12"/>
    <p:sldLayoutId id="2147483939" r:id="rId13"/>
    <p:sldLayoutId id="2147483933" r:id="rId14"/>
    <p:sldLayoutId id="2147483824" r:id="rId15"/>
    <p:sldLayoutId id="2147483926" r:id="rId16"/>
    <p:sldLayoutId id="2147483927" r:id="rId17"/>
    <p:sldLayoutId id="2147483929" r:id="rId18"/>
    <p:sldLayoutId id="2147483928" r:id="rId19"/>
    <p:sldLayoutId id="2147483930" r:id="rId20"/>
    <p:sldLayoutId id="2147483924" r:id="rId21"/>
    <p:sldLayoutId id="2147483940" r:id="rId22"/>
    <p:sldLayoutId id="2147483941"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prakhar09.hashnode.dev/git-three-stage-architecture" TargetMode="External"/><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www.w3schools.com/git/git_ignore.asp"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github.com/nhsengland/se-template-public"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nhsengland/se-template-public" TargetMode="External"/><Relationship Id="rId2" Type="http://schemas.openxmlformats.org/officeDocument/2006/relationships/hyperlink" Target="https://github.com/nhsengland/SE-Teaching-Repo" TargetMode="External"/><Relationship Id="rId1" Type="http://schemas.openxmlformats.org/officeDocument/2006/relationships/slideLayout" Target="../slideLayouts/slideLayout1.xml"/><Relationship Id="rId5" Type="http://schemas.openxmlformats.org/officeDocument/2006/relationships/hyperlink" Target="https://github.com/nhsengland/se-github-resources/tree/main/files%20for%20gitignore%20task" TargetMode="External"/><Relationship Id="rId4" Type="http://schemas.openxmlformats.org/officeDocument/2006/relationships/hyperlink" Target="https://loz-birks.github.io/se-da-github-guide/pages/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99A9-ADAE-F54A-B49E-F294E7BCE9E8}"/>
              </a:ext>
            </a:extLst>
          </p:cNvPr>
          <p:cNvSpPr>
            <a:spLocks noGrp="1"/>
          </p:cNvSpPr>
          <p:nvPr>
            <p:ph type="ctrTitle"/>
          </p:nvPr>
        </p:nvSpPr>
        <p:spPr>
          <a:xfrm>
            <a:off x="432000" y="1002268"/>
            <a:ext cx="5209848" cy="2507695"/>
          </a:xfrm>
        </p:spPr>
        <p:txBody>
          <a:bodyPr/>
          <a:lstStyle/>
          <a:p>
            <a:r>
              <a:rPr lang="en-GB" sz="4800"/>
              <a:t>GitHub</a:t>
            </a:r>
            <a:br>
              <a:rPr lang="en-GB" sz="4800"/>
            </a:br>
            <a:r>
              <a:rPr lang="en-GB" sz="4000">
                <a:solidFill>
                  <a:schemeClr val="accent6"/>
                </a:solidFill>
              </a:rPr>
              <a:t>Intro to </a:t>
            </a:r>
            <a:r>
              <a:rPr lang="en-GB" sz="4000" err="1">
                <a:solidFill>
                  <a:schemeClr val="accent6"/>
                </a:solidFill>
              </a:rPr>
              <a:t>Gitignore</a:t>
            </a:r>
            <a:endParaRPr lang="en-GB" sz="4800">
              <a:solidFill>
                <a:schemeClr val="accent6"/>
              </a:solidFill>
            </a:endParaRPr>
          </a:p>
        </p:txBody>
      </p:sp>
      <p:sp>
        <p:nvSpPr>
          <p:cNvPr id="9" name="Text Placeholder 8">
            <a:extLst>
              <a:ext uri="{FF2B5EF4-FFF2-40B4-BE49-F238E27FC236}">
                <a16:creationId xmlns:a16="http://schemas.microsoft.com/office/drawing/2014/main" id="{E4F63B5F-2944-6B41-9332-74DB2CCA6FCA}"/>
              </a:ext>
            </a:extLst>
          </p:cNvPr>
          <p:cNvSpPr>
            <a:spLocks noGrp="1"/>
          </p:cNvSpPr>
          <p:nvPr>
            <p:ph type="body" sz="quarter" idx="13"/>
          </p:nvPr>
        </p:nvSpPr>
        <p:spPr>
          <a:xfrm>
            <a:off x="432000" y="5760000"/>
            <a:ext cx="6259513" cy="592674"/>
          </a:xfrm>
        </p:spPr>
        <p:txBody>
          <a:bodyPr>
            <a:normAutofit fontScale="77500" lnSpcReduction="20000"/>
          </a:bodyPr>
          <a:lstStyle/>
          <a:p>
            <a:pPr>
              <a:lnSpc>
                <a:spcPct val="120000"/>
              </a:lnSpc>
            </a:pPr>
            <a:r>
              <a:rPr lang="en-GB">
                <a:solidFill>
                  <a:schemeClr val="accent1"/>
                </a:solidFill>
              </a:rPr>
              <a:t>South East Data &amp; Analytics Team</a:t>
            </a:r>
          </a:p>
          <a:p>
            <a:pPr>
              <a:lnSpc>
                <a:spcPct val="120000"/>
              </a:lnSpc>
            </a:pPr>
            <a:r>
              <a:rPr lang="en-GB" b="1">
                <a:solidFill>
                  <a:schemeClr val="accent1"/>
                </a:solidFill>
              </a:rPr>
              <a:t>england.datasouth@nhs.net</a:t>
            </a:r>
          </a:p>
        </p:txBody>
      </p:sp>
      <p:sp>
        <p:nvSpPr>
          <p:cNvPr id="4" name="IG">
            <a:extLst>
              <a:ext uri="{FF2B5EF4-FFF2-40B4-BE49-F238E27FC236}">
                <a16:creationId xmlns:a16="http://schemas.microsoft.com/office/drawing/2014/main" id="{2F78A365-2298-9C53-4BAA-8000DBFE2D97}"/>
              </a:ext>
            </a:extLst>
          </p:cNvPr>
          <p:cNvSpPr txBox="1"/>
          <p:nvPr/>
        </p:nvSpPr>
        <p:spPr>
          <a:xfrm>
            <a:off x="354705" y="6499337"/>
            <a:ext cx="6058546" cy="261610"/>
          </a:xfrm>
          <a:prstGeom prst="rect">
            <a:avLst/>
          </a:prstGeom>
          <a:noFill/>
        </p:spPr>
        <p:txBody>
          <a:bodyPr wrap="square" rtlCol="0">
            <a:spAutoFit/>
          </a:bodyPr>
          <a:lstStyle/>
          <a:p>
            <a:pPr>
              <a:defRPr/>
            </a:pPr>
            <a:r>
              <a:rPr kumimoji="0" lang="en-US" sz="1050" b="0" i="1" u="none" strike="noStrike" kern="1200" cap="none" spc="0" normalizeH="0" baseline="0" noProof="0">
                <a:ln>
                  <a:noFill/>
                </a:ln>
                <a:solidFill>
                  <a:srgbClr val="FF0000"/>
                </a:solidFill>
                <a:effectLst/>
                <a:uLnTx/>
                <a:uFillTx/>
                <a:latin typeface="Arial" charset="0"/>
                <a:cs typeface="Arial" charset="0"/>
              </a:rPr>
              <a:t>All data is for management information purposes and is not for wider circulation or publication</a:t>
            </a:r>
            <a:endParaRPr kumimoji="0" lang="en-US" sz="1050" b="0" i="0" u="none" strike="noStrike" kern="1200" cap="none" spc="0" normalizeH="0" baseline="0" noProof="0">
              <a:ln>
                <a:noFill/>
              </a:ln>
              <a:solidFill>
                <a:srgbClr val="A5A5A5">
                  <a:lumMod val="60000"/>
                  <a:lumOff val="40000"/>
                </a:srgbClr>
              </a:solidFill>
              <a:effectLst/>
              <a:uLnTx/>
              <a:uFillTx/>
              <a:latin typeface="Arial" charset="0"/>
              <a:cs typeface="Arial" charset="0"/>
            </a:endParaRPr>
          </a:p>
        </p:txBody>
      </p:sp>
    </p:spTree>
    <p:extLst>
      <p:ext uri="{BB962C8B-B14F-4D97-AF65-F5344CB8AC3E}">
        <p14:creationId xmlns:p14="http://schemas.microsoft.com/office/powerpoint/2010/main" val="3830231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EA8E8D-36E5-9748-1683-0B9429F8AE2B}"/>
              </a:ext>
            </a:extLst>
          </p:cNvPr>
          <p:cNvSpPr>
            <a:spLocks noGrp="1"/>
          </p:cNvSpPr>
          <p:nvPr>
            <p:ph idx="1"/>
          </p:nvPr>
        </p:nvSpPr>
        <p:spPr>
          <a:xfrm>
            <a:off x="431999" y="1265036"/>
            <a:ext cx="5941299" cy="4962964"/>
          </a:xfrm>
        </p:spPr>
        <p:txBody>
          <a:bodyPr/>
          <a:lstStyle/>
          <a:p>
            <a:r>
              <a:rPr lang="en-GB"/>
              <a:t>To paraphrase The Great Gonzo:</a:t>
            </a:r>
            <a:br>
              <a:rPr lang="en-GB"/>
            </a:br>
            <a:br>
              <a:rPr lang="en-GB"/>
            </a:br>
            <a:r>
              <a:rPr lang="en-GB" i="1"/>
              <a:t>Once again, I must ask you to remember – </a:t>
            </a:r>
            <a:r>
              <a:rPr lang="en-GB"/>
              <a:t>Git and GitHub are different things</a:t>
            </a:r>
            <a:r>
              <a:rPr lang="en-GB" i="1"/>
              <a:t>. </a:t>
            </a:r>
          </a:p>
          <a:p>
            <a:r>
              <a:rPr lang="en-GB" i="1"/>
              <a:t>That one thing you must remember, or nothing that follows will seem wonderous</a:t>
            </a:r>
          </a:p>
        </p:txBody>
      </p:sp>
      <p:sp>
        <p:nvSpPr>
          <p:cNvPr id="4" name="Title 3">
            <a:extLst>
              <a:ext uri="{FF2B5EF4-FFF2-40B4-BE49-F238E27FC236}">
                <a16:creationId xmlns:a16="http://schemas.microsoft.com/office/drawing/2014/main" id="{35C5EA2C-474F-75BF-00B7-6A19D355740F}"/>
              </a:ext>
            </a:extLst>
          </p:cNvPr>
          <p:cNvSpPr>
            <a:spLocks noGrp="1"/>
          </p:cNvSpPr>
          <p:nvPr>
            <p:ph type="title"/>
          </p:nvPr>
        </p:nvSpPr>
        <p:spPr/>
        <p:txBody>
          <a:bodyPr/>
          <a:lstStyle/>
          <a:p>
            <a:r>
              <a:rPr lang="en-GB"/>
              <a:t>Important distinction:</a:t>
            </a:r>
          </a:p>
        </p:txBody>
      </p:sp>
      <p:pic>
        <p:nvPicPr>
          <p:cNvPr id="8" name="Picture 7">
            <a:extLst>
              <a:ext uri="{FF2B5EF4-FFF2-40B4-BE49-F238E27FC236}">
                <a16:creationId xmlns:a16="http://schemas.microsoft.com/office/drawing/2014/main" id="{64752952-A38E-9864-599C-5E0B71582589}"/>
              </a:ext>
            </a:extLst>
          </p:cNvPr>
          <p:cNvPicPr>
            <a:picLocks noChangeAspect="1"/>
          </p:cNvPicPr>
          <p:nvPr/>
        </p:nvPicPr>
        <p:blipFill>
          <a:blip r:embed="rId2"/>
          <a:stretch>
            <a:fillRect/>
          </a:stretch>
        </p:blipFill>
        <p:spPr>
          <a:xfrm>
            <a:off x="6476427" y="1144218"/>
            <a:ext cx="5055984" cy="5178155"/>
          </a:xfrm>
          <a:prstGeom prst="rect">
            <a:avLst/>
          </a:prstGeom>
        </p:spPr>
      </p:pic>
    </p:spTree>
    <p:extLst>
      <p:ext uri="{BB962C8B-B14F-4D97-AF65-F5344CB8AC3E}">
        <p14:creationId xmlns:p14="http://schemas.microsoft.com/office/powerpoint/2010/main" val="3140411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4122-6CB1-828B-AE07-F8CF2AED8D88}"/>
            </a:ext>
          </a:extLst>
        </p:cNvPr>
        <p:cNvGrpSpPr/>
        <p:nvPr/>
      </p:nvGrpSpPr>
      <p:grpSpPr>
        <a:xfrm>
          <a:off x="0" y="0"/>
          <a:ext cx="0" cy="0"/>
          <a:chOff x="0" y="0"/>
          <a:chExt cx="0" cy="0"/>
        </a:xfrm>
      </p:grpSpPr>
      <p:sp>
        <p:nvSpPr>
          <p:cNvPr id="17" name="Title 4">
            <a:extLst>
              <a:ext uri="{FF2B5EF4-FFF2-40B4-BE49-F238E27FC236}">
                <a16:creationId xmlns:a16="http://schemas.microsoft.com/office/drawing/2014/main" id="{E15B8EEB-94BC-4EC8-1098-9883773E04D0}"/>
              </a:ext>
            </a:extLst>
          </p:cNvPr>
          <p:cNvSpPr>
            <a:spLocks noGrp="1"/>
          </p:cNvSpPr>
          <p:nvPr>
            <p:ph type="title"/>
          </p:nvPr>
        </p:nvSpPr>
        <p:spPr>
          <a:xfrm>
            <a:off x="432000" y="101494"/>
            <a:ext cx="11404154" cy="865186"/>
          </a:xfrm>
        </p:spPr>
        <p:txBody>
          <a:bodyPr>
            <a:normAutofit/>
          </a:bodyPr>
          <a:lstStyle/>
          <a:p>
            <a:r>
              <a:rPr lang="en-GB" spc="-40"/>
              <a:t>Quick reminder of how git talks to </a:t>
            </a:r>
            <a:r>
              <a:rPr lang="en-GB" spc="-40" err="1"/>
              <a:t>github</a:t>
            </a:r>
            <a:endParaRPr lang="en-GB" spc="-40"/>
          </a:p>
        </p:txBody>
      </p:sp>
      <p:sp>
        <p:nvSpPr>
          <p:cNvPr id="5" name="Content Placeholder 4">
            <a:extLst>
              <a:ext uri="{FF2B5EF4-FFF2-40B4-BE49-F238E27FC236}">
                <a16:creationId xmlns:a16="http://schemas.microsoft.com/office/drawing/2014/main" id="{99412622-9B02-C38F-B7A4-60190CF8DE07}"/>
              </a:ext>
            </a:extLst>
          </p:cNvPr>
          <p:cNvSpPr>
            <a:spLocks noGrp="1"/>
          </p:cNvSpPr>
          <p:nvPr>
            <p:ph idx="1"/>
          </p:nvPr>
        </p:nvSpPr>
        <p:spPr>
          <a:xfrm>
            <a:off x="432000" y="873404"/>
            <a:ext cx="11088000" cy="5349891"/>
          </a:xfrm>
        </p:spPr>
        <p:txBody>
          <a:bodyPr>
            <a:noAutofit/>
          </a:bodyPr>
          <a:lstStyle/>
          <a:p>
            <a:pPr marL="342900" indent="-342900">
              <a:buAutoNum type="arabicPeriod"/>
            </a:pPr>
            <a:r>
              <a:rPr lang="en-GB" sz="1500">
                <a:ea typeface="Lexend"/>
                <a:cs typeface="Lexend"/>
                <a:sym typeface="Lexend"/>
              </a:rPr>
              <a:t>Git is </a:t>
            </a:r>
            <a:r>
              <a:rPr lang="en-GB" sz="1500" strike="sngStrike">
                <a:ea typeface="Lexend"/>
                <a:cs typeface="Lexend"/>
                <a:sym typeface="Lexend"/>
              </a:rPr>
              <a:t>a magical goblin</a:t>
            </a:r>
            <a:r>
              <a:rPr lang="en-GB" sz="1500">
                <a:ea typeface="Lexend"/>
                <a:cs typeface="Lexend"/>
                <a:sym typeface="Lexend"/>
              </a:rPr>
              <a:t> version control software; it keeps track of what happens with files in particular folders. In effect when git tracks folders we call those folders “repos” – short for repositories. When they live on your computer they are called “local repos”</a:t>
            </a:r>
          </a:p>
          <a:p>
            <a:pPr marL="342900" indent="-342900">
              <a:buFont typeface="Arial" panose="020B0604020202020204" pitchFamily="34" charset="0"/>
              <a:buAutoNum type="arabicPeriod"/>
            </a:pPr>
            <a:r>
              <a:rPr lang="en-GB" sz="1500">
                <a:ea typeface="Lexend"/>
                <a:cs typeface="Lexend"/>
                <a:sym typeface="Lexend"/>
              </a:rPr>
              <a:t>When you change a file in your project, it </a:t>
            </a:r>
            <a:r>
              <a:rPr lang="en-GB" sz="1500" strike="sngStrike">
                <a:ea typeface="Lexend"/>
                <a:cs typeface="Lexend"/>
                <a:sym typeface="Lexend"/>
              </a:rPr>
              <a:t>the goblin</a:t>
            </a:r>
            <a:r>
              <a:rPr lang="en-GB" sz="1500">
                <a:ea typeface="Lexend"/>
                <a:cs typeface="Lexend"/>
                <a:sym typeface="Lexend"/>
              </a:rPr>
              <a:t> git only stores this change if you tell it to by “committing” that change to the repo</a:t>
            </a:r>
          </a:p>
          <a:p>
            <a:pPr marL="342900" indent="-342900">
              <a:buFont typeface="Arial" panose="020B0604020202020204" pitchFamily="34" charset="0"/>
              <a:buAutoNum type="arabicPeriod"/>
            </a:pPr>
            <a:r>
              <a:rPr lang="en-GB" sz="1500">
                <a:ea typeface="Lexend"/>
                <a:cs typeface="Lexend"/>
                <a:sym typeface="Lexend"/>
              </a:rPr>
              <a:t>Once a change has been committed </a:t>
            </a:r>
            <a:r>
              <a:rPr lang="en-GB" sz="1500" strike="sngStrike">
                <a:ea typeface="Lexend"/>
                <a:cs typeface="Lexend"/>
                <a:sym typeface="Lexend"/>
              </a:rPr>
              <a:t>the magical goblin</a:t>
            </a:r>
            <a:r>
              <a:rPr lang="en-GB" sz="1500">
                <a:ea typeface="Lexend"/>
                <a:cs typeface="Lexend"/>
                <a:sym typeface="Lexend"/>
              </a:rPr>
              <a:t> git remembers both the new state of the folder and every state that has passed before</a:t>
            </a:r>
          </a:p>
          <a:p>
            <a:pPr marL="342900" indent="-342900">
              <a:buAutoNum type="arabicPeriod"/>
            </a:pPr>
            <a:r>
              <a:rPr lang="en-GB" sz="1500">
                <a:ea typeface="Lexend"/>
                <a:cs typeface="Lexend"/>
                <a:sym typeface="Lexend"/>
              </a:rPr>
              <a:t>Because git remembers the previous states, you can ask it to roll the files in the folder back to their previous position if a change needs to be reverted, this </a:t>
            </a:r>
            <a:r>
              <a:rPr lang="en-GB" sz="1500" u="sng">
                <a:ea typeface="Lexend"/>
                <a:cs typeface="Lexend"/>
                <a:sym typeface="Lexend"/>
              </a:rPr>
              <a:t>includes restoring files that have been completely deleted</a:t>
            </a:r>
          </a:p>
          <a:p>
            <a:pPr marL="342900" indent="-342900">
              <a:buFont typeface="Arial" panose="020B0604020202020204" pitchFamily="34" charset="0"/>
              <a:buAutoNum type="arabicPeriod"/>
            </a:pPr>
            <a:r>
              <a:rPr lang="en-GB" sz="1500" err="1">
                <a:ea typeface="Lexend"/>
                <a:cs typeface="Lexend"/>
                <a:sym typeface="Lexend"/>
              </a:rPr>
              <a:t>Github</a:t>
            </a:r>
            <a:r>
              <a:rPr lang="en-GB" sz="1500">
                <a:ea typeface="Lexend"/>
                <a:cs typeface="Lexend"/>
                <a:sym typeface="Lexend"/>
              </a:rPr>
              <a:t> is </a:t>
            </a:r>
            <a:r>
              <a:rPr lang="en-GB" sz="1500" strike="sngStrike">
                <a:ea typeface="Lexend"/>
                <a:cs typeface="Lexend"/>
                <a:sym typeface="Lexend"/>
              </a:rPr>
              <a:t>a special place, in a glorious land called the internet, where the goblin keeps its stuff</a:t>
            </a:r>
            <a:r>
              <a:rPr lang="en-GB" sz="1500">
                <a:ea typeface="Lexend"/>
                <a:cs typeface="Lexend"/>
                <a:sym typeface="Lexend"/>
              </a:rPr>
              <a:t> an online git server that lets you have cloud-based repositories (“remote repos”)</a:t>
            </a:r>
          </a:p>
          <a:p>
            <a:pPr marL="342900" indent="-342900">
              <a:buFont typeface="Arial" panose="020B0604020202020204" pitchFamily="34" charset="0"/>
              <a:buAutoNum type="arabicPeriod"/>
            </a:pPr>
            <a:r>
              <a:rPr lang="en-GB" sz="1500">
                <a:ea typeface="Lexend"/>
                <a:cs typeface="Lexend"/>
                <a:sym typeface="Lexend"/>
              </a:rPr>
              <a:t>If there is a repo in the cloud that you want to work on, you can make local copy of that repo on your machine (cloning the repo). That copy will have the latest state of the repo, and will also have the memory of every previous version that the remote repo has ever had</a:t>
            </a:r>
          </a:p>
          <a:p>
            <a:pPr marL="342900" indent="-342900">
              <a:buFont typeface="Arial" panose="020B0604020202020204" pitchFamily="34" charset="0"/>
              <a:buAutoNum type="arabicPeriod"/>
            </a:pPr>
            <a:r>
              <a:rPr lang="en-GB" sz="1500">
                <a:ea typeface="Lexend"/>
                <a:cs typeface="Lexend"/>
                <a:sym typeface="Lexend"/>
              </a:rPr>
              <a:t>Local repositories and remote repositories can talk to each other. You can synchronise your local repository to match what is in the cloud (a pull request) or you can tell the remote repo to update itself to match what is in your local repo (a push request)</a:t>
            </a:r>
          </a:p>
          <a:p>
            <a:pPr marL="342900" indent="-342900">
              <a:buFont typeface="Arial" panose="020B0604020202020204" pitchFamily="34" charset="0"/>
              <a:buAutoNum type="arabicPeriod"/>
            </a:pPr>
            <a:r>
              <a:rPr lang="en-GB" sz="1500">
                <a:ea typeface="Lexend"/>
                <a:cs typeface="Lexend"/>
                <a:sym typeface="Lexend"/>
              </a:rPr>
              <a:t>By ensuring changes you make locally are pushed into the remote repo, you have a central place where your up-to-date work on that project lives and can be accessed by colleagues who are also working on the same project</a:t>
            </a:r>
          </a:p>
          <a:p>
            <a:pPr marL="342900" indent="-342900">
              <a:buAutoNum type="arabicPeriod"/>
            </a:pPr>
            <a:r>
              <a:rPr lang="en-GB" sz="1500">
                <a:ea typeface="Lexend"/>
                <a:cs typeface="Lexend"/>
                <a:sym typeface="Lexend"/>
              </a:rPr>
              <a:t>Git assumes that if you make a change, you will want to track it whether that is adding a whole file or changing a single character in a line of text </a:t>
            </a:r>
          </a:p>
        </p:txBody>
      </p:sp>
    </p:spTree>
    <p:extLst>
      <p:ext uri="{BB962C8B-B14F-4D97-AF65-F5344CB8AC3E}">
        <p14:creationId xmlns:p14="http://schemas.microsoft.com/office/powerpoint/2010/main" val="1798999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1E1E53-D46B-7BAB-26B5-105510268AB7}"/>
              </a:ext>
            </a:extLst>
          </p:cNvPr>
          <p:cNvSpPr>
            <a:spLocks noGrp="1"/>
          </p:cNvSpPr>
          <p:nvPr>
            <p:ph idx="1"/>
          </p:nvPr>
        </p:nvSpPr>
        <p:spPr>
          <a:xfrm>
            <a:off x="355846" y="1073713"/>
            <a:ext cx="5378204" cy="5154286"/>
          </a:xfrm>
        </p:spPr>
        <p:txBody>
          <a:bodyPr/>
          <a:lstStyle/>
          <a:p>
            <a:r>
              <a:rPr lang="en-GB"/>
              <a:t>Your Git project tracks three states all at once:</a:t>
            </a:r>
          </a:p>
          <a:p>
            <a:pPr marL="342900" indent="-342900">
              <a:buFont typeface="Arial" panose="020B0604020202020204" pitchFamily="34" charset="0"/>
              <a:buChar char="•"/>
            </a:pPr>
            <a:r>
              <a:rPr lang="en-GB"/>
              <a:t>The Working Directory (your actual files)</a:t>
            </a:r>
          </a:p>
          <a:p>
            <a:pPr marL="342900" indent="-342900">
              <a:buFont typeface="Arial" panose="020B0604020202020204" pitchFamily="34" charset="0"/>
              <a:buChar char="•"/>
            </a:pPr>
            <a:r>
              <a:rPr lang="en-GB"/>
              <a:t>The Staging Area (or index, where changes are prepared for committing)</a:t>
            </a:r>
          </a:p>
          <a:p>
            <a:pPr marL="342900" indent="-342900">
              <a:buFont typeface="Arial" panose="020B0604020202020204" pitchFamily="34" charset="0"/>
              <a:buChar char="•"/>
            </a:pPr>
            <a:r>
              <a:rPr lang="en-GB"/>
              <a:t>The Repository (the committed history of your project stored in the .git directory)</a:t>
            </a:r>
          </a:p>
        </p:txBody>
      </p:sp>
      <p:sp>
        <p:nvSpPr>
          <p:cNvPr id="4" name="Title 3">
            <a:extLst>
              <a:ext uri="{FF2B5EF4-FFF2-40B4-BE49-F238E27FC236}">
                <a16:creationId xmlns:a16="http://schemas.microsoft.com/office/drawing/2014/main" id="{612CB65C-46F0-602D-6C60-F7AA259A0D7E}"/>
              </a:ext>
            </a:extLst>
          </p:cNvPr>
          <p:cNvSpPr>
            <a:spLocks noGrp="1"/>
          </p:cNvSpPr>
          <p:nvPr>
            <p:ph type="title"/>
          </p:nvPr>
        </p:nvSpPr>
        <p:spPr/>
        <p:txBody>
          <a:bodyPr/>
          <a:lstStyle/>
          <a:p>
            <a:r>
              <a:rPr lang="en-GB"/>
              <a:t>“Three tree” model of Git</a:t>
            </a:r>
          </a:p>
        </p:txBody>
      </p:sp>
      <p:pic>
        <p:nvPicPr>
          <p:cNvPr id="6" name="Picture 5">
            <a:extLst>
              <a:ext uri="{FF2B5EF4-FFF2-40B4-BE49-F238E27FC236}">
                <a16:creationId xmlns:a16="http://schemas.microsoft.com/office/drawing/2014/main" id="{B0AB00AD-0209-1B7D-E624-030785DA1D6B}"/>
              </a:ext>
            </a:extLst>
          </p:cNvPr>
          <p:cNvPicPr>
            <a:picLocks noChangeAspect="1"/>
          </p:cNvPicPr>
          <p:nvPr/>
        </p:nvPicPr>
        <p:blipFill>
          <a:blip r:embed="rId2"/>
          <a:stretch>
            <a:fillRect/>
          </a:stretch>
        </p:blipFill>
        <p:spPr>
          <a:xfrm>
            <a:off x="5853619" y="1828800"/>
            <a:ext cx="5982535" cy="3467584"/>
          </a:xfrm>
          <a:prstGeom prst="rect">
            <a:avLst/>
          </a:prstGeom>
        </p:spPr>
      </p:pic>
      <p:sp>
        <p:nvSpPr>
          <p:cNvPr id="9" name="TextBox 8">
            <a:extLst>
              <a:ext uri="{FF2B5EF4-FFF2-40B4-BE49-F238E27FC236}">
                <a16:creationId xmlns:a16="http://schemas.microsoft.com/office/drawing/2014/main" id="{14409FAA-EDDA-FF47-2D53-A65A236FA26C}"/>
              </a:ext>
            </a:extLst>
          </p:cNvPr>
          <p:cNvSpPr txBox="1"/>
          <p:nvPr/>
        </p:nvSpPr>
        <p:spPr>
          <a:xfrm>
            <a:off x="5938322" y="5467350"/>
            <a:ext cx="5897832" cy="369332"/>
          </a:xfrm>
          <a:prstGeom prst="rect">
            <a:avLst/>
          </a:prstGeom>
          <a:noFill/>
        </p:spPr>
        <p:txBody>
          <a:bodyPr wrap="square" rtlCol="0">
            <a:spAutoFit/>
          </a:bodyPr>
          <a:lstStyle/>
          <a:p>
            <a:r>
              <a:rPr lang="en-GB"/>
              <a:t>Source: </a:t>
            </a:r>
            <a:r>
              <a:rPr lang="en-GB" err="1">
                <a:hlinkClick r:id="rId3"/>
              </a:rPr>
              <a:t>Hashnode</a:t>
            </a:r>
            <a:endParaRPr lang="en-GB"/>
          </a:p>
        </p:txBody>
      </p:sp>
    </p:spTree>
    <p:extLst>
      <p:ext uri="{BB962C8B-B14F-4D97-AF65-F5344CB8AC3E}">
        <p14:creationId xmlns:p14="http://schemas.microsoft.com/office/powerpoint/2010/main" val="4016718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ADC3FA-A991-4F7E-3C39-109B7EEE22EE}"/>
              </a:ext>
            </a:extLst>
          </p:cNvPr>
          <p:cNvSpPr>
            <a:spLocks noGrp="1"/>
          </p:cNvSpPr>
          <p:nvPr>
            <p:ph idx="1"/>
          </p:nvPr>
        </p:nvSpPr>
        <p:spPr>
          <a:xfrm>
            <a:off x="432000" y="1417285"/>
            <a:ext cx="9079730" cy="4943193"/>
          </a:xfrm>
        </p:spPr>
        <p:txBody>
          <a:bodyPr/>
          <a:lstStyle/>
          <a:p>
            <a:r>
              <a:rPr lang="en-GB" dirty="0"/>
              <a:t>If you are using git via the command line, you must tell it every time you want to put a file in the staging area. Changed files are not automatically tracked.</a:t>
            </a:r>
          </a:p>
          <a:p>
            <a:r>
              <a:rPr lang="en-GB" dirty="0"/>
              <a:t>Most of us won’t be using git through the command line. We will use something like VS Code or RStudio (these are integrated development environments or IDEs), maybe together with </a:t>
            </a:r>
            <a:r>
              <a:rPr lang="en-GB" dirty="0" err="1"/>
              <a:t>github</a:t>
            </a:r>
            <a:r>
              <a:rPr lang="en-GB" dirty="0"/>
              <a:t> desktop (image on right).</a:t>
            </a:r>
          </a:p>
          <a:p>
            <a:r>
              <a:rPr lang="en-GB" dirty="0"/>
              <a:t>These tools often try to simplify things by showing you a list of things that have been changed. It looks like they’re ready to commit (the button suggests it), but they are being presented for staging. Some tools start out with everything ticked; others are the opposite. </a:t>
            </a:r>
          </a:p>
          <a:p>
            <a:r>
              <a:rPr lang="en-GB" dirty="0"/>
              <a:t> </a:t>
            </a:r>
            <a:br>
              <a:rPr lang="en-GB" dirty="0"/>
            </a:br>
            <a:r>
              <a:rPr lang="en-GB" dirty="0"/>
              <a:t>Staging still happens, but it is less deliberate than the command line. </a:t>
            </a:r>
          </a:p>
        </p:txBody>
      </p:sp>
      <p:sp>
        <p:nvSpPr>
          <p:cNvPr id="3" name="Text Placeholder 2">
            <a:extLst>
              <a:ext uri="{FF2B5EF4-FFF2-40B4-BE49-F238E27FC236}">
                <a16:creationId xmlns:a16="http://schemas.microsoft.com/office/drawing/2014/main" id="{9A180CAC-FB30-F995-D196-AA11DE2F7949}"/>
              </a:ext>
            </a:extLst>
          </p:cNvPr>
          <p:cNvSpPr>
            <a:spLocks noGrp="1"/>
          </p:cNvSpPr>
          <p:nvPr>
            <p:ph type="body" sz="quarter" idx="13"/>
          </p:nvPr>
        </p:nvSpPr>
        <p:spPr/>
        <p:txBody>
          <a:bodyPr/>
          <a:lstStyle/>
          <a:p>
            <a:r>
              <a:rPr lang="en-GB"/>
              <a:t>To stage or not to stage, that is the question</a:t>
            </a:r>
          </a:p>
        </p:txBody>
      </p:sp>
      <p:sp>
        <p:nvSpPr>
          <p:cNvPr id="4" name="Title 3">
            <a:extLst>
              <a:ext uri="{FF2B5EF4-FFF2-40B4-BE49-F238E27FC236}">
                <a16:creationId xmlns:a16="http://schemas.microsoft.com/office/drawing/2014/main" id="{AD3E11BB-CA5E-8821-AF53-B36049652214}"/>
              </a:ext>
            </a:extLst>
          </p:cNvPr>
          <p:cNvSpPr>
            <a:spLocks noGrp="1"/>
          </p:cNvSpPr>
          <p:nvPr>
            <p:ph type="title"/>
          </p:nvPr>
        </p:nvSpPr>
        <p:spPr/>
        <p:txBody>
          <a:bodyPr/>
          <a:lstStyle/>
          <a:p>
            <a:r>
              <a:rPr lang="en-GB"/>
              <a:t>Command line Git vs other tools</a:t>
            </a:r>
          </a:p>
        </p:txBody>
      </p:sp>
      <p:pic>
        <p:nvPicPr>
          <p:cNvPr id="8" name="Picture 7">
            <a:extLst>
              <a:ext uri="{FF2B5EF4-FFF2-40B4-BE49-F238E27FC236}">
                <a16:creationId xmlns:a16="http://schemas.microsoft.com/office/drawing/2014/main" id="{8238A586-7AD8-EEE3-BB37-86DE320A5D64}"/>
              </a:ext>
            </a:extLst>
          </p:cNvPr>
          <p:cNvPicPr>
            <a:picLocks noChangeAspect="1"/>
          </p:cNvPicPr>
          <p:nvPr/>
        </p:nvPicPr>
        <p:blipFill>
          <a:blip r:embed="rId2"/>
          <a:stretch>
            <a:fillRect/>
          </a:stretch>
        </p:blipFill>
        <p:spPr>
          <a:xfrm>
            <a:off x="9511730" y="940887"/>
            <a:ext cx="2324424" cy="5287113"/>
          </a:xfrm>
          <a:prstGeom prst="rect">
            <a:avLst/>
          </a:prstGeom>
        </p:spPr>
      </p:pic>
    </p:spTree>
    <p:extLst>
      <p:ext uri="{BB962C8B-B14F-4D97-AF65-F5344CB8AC3E}">
        <p14:creationId xmlns:p14="http://schemas.microsoft.com/office/powerpoint/2010/main" val="1410811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38CD63A1-340F-AF47-BC76-77C1B8EFAD07}"/>
              </a:ext>
            </a:extLst>
          </p:cNvPr>
          <p:cNvSpPr>
            <a:spLocks noGrp="1"/>
          </p:cNvSpPr>
          <p:nvPr>
            <p:ph type="title"/>
          </p:nvPr>
        </p:nvSpPr>
        <p:spPr>
          <a:xfrm>
            <a:off x="432000" y="432000"/>
            <a:ext cx="11404154" cy="865186"/>
          </a:xfrm>
        </p:spPr>
        <p:txBody>
          <a:bodyPr>
            <a:normAutofit fontScale="90000"/>
          </a:bodyPr>
          <a:lstStyle/>
          <a:p>
            <a:r>
              <a:rPr lang="en-GB"/>
              <a:t>QUIZ TIME: What do you do if your working directory has sensitive information in it?</a:t>
            </a:r>
            <a:endParaRPr lang="en-GB" spc="-40"/>
          </a:p>
        </p:txBody>
      </p:sp>
      <p:sp>
        <p:nvSpPr>
          <p:cNvPr id="5" name="Content Placeholder 4">
            <a:extLst>
              <a:ext uri="{FF2B5EF4-FFF2-40B4-BE49-F238E27FC236}">
                <a16:creationId xmlns:a16="http://schemas.microsoft.com/office/drawing/2014/main" id="{C594638D-C17F-D749-9360-E2332845D248}"/>
              </a:ext>
            </a:extLst>
          </p:cNvPr>
          <p:cNvSpPr>
            <a:spLocks noGrp="1"/>
          </p:cNvSpPr>
          <p:nvPr>
            <p:ph idx="1"/>
          </p:nvPr>
        </p:nvSpPr>
        <p:spPr>
          <a:xfrm>
            <a:off x="432000" y="1470812"/>
            <a:ext cx="11088000" cy="4113678"/>
          </a:xfrm>
        </p:spPr>
        <p:txBody>
          <a:bodyPr>
            <a:normAutofit/>
          </a:bodyPr>
          <a:lstStyle/>
          <a:p>
            <a:pPr marL="342900" indent="-342900">
              <a:buFont typeface="+mj-lt"/>
              <a:buAutoNum type="alphaUcPeriod"/>
            </a:pPr>
            <a:r>
              <a:rPr lang="en-GB" sz="2000">
                <a:ea typeface="Lexend"/>
                <a:cs typeface="Lexend"/>
                <a:sym typeface="Lexend"/>
              </a:rPr>
              <a:t>Commit the information to the repo, sort it out later</a:t>
            </a:r>
          </a:p>
          <a:p>
            <a:pPr marL="342900" indent="-342900">
              <a:buFont typeface="+mj-lt"/>
              <a:buAutoNum type="alphaUcPeriod"/>
            </a:pPr>
            <a:r>
              <a:rPr lang="en-GB" sz="2000">
                <a:ea typeface="Lexend"/>
                <a:cs typeface="Lexend"/>
                <a:sym typeface="Lexend"/>
              </a:rPr>
              <a:t>Use an IDE but remember to un-check those files every time you’re planning to make a commit</a:t>
            </a:r>
          </a:p>
          <a:p>
            <a:pPr marL="342900" indent="-342900">
              <a:buFont typeface="+mj-lt"/>
              <a:buAutoNum type="alphaUcPeriod"/>
            </a:pPr>
            <a:r>
              <a:rPr lang="en-GB" sz="2000">
                <a:ea typeface="Lexend"/>
                <a:cs typeface="Lexend"/>
                <a:sym typeface="Lexend"/>
              </a:rPr>
              <a:t>Use command line git, manually stage everything you want to track</a:t>
            </a:r>
          </a:p>
          <a:p>
            <a:pPr marL="342900" indent="-342900">
              <a:buFont typeface="+mj-lt"/>
              <a:buAutoNum type="alphaUcPeriod"/>
            </a:pPr>
            <a:r>
              <a:rPr lang="en-GB" sz="2000">
                <a:ea typeface="Lexend"/>
                <a:cs typeface="Lexend"/>
                <a:sym typeface="Lexend"/>
              </a:rPr>
              <a:t>Somehow teach git that certain files, types of file, or files in certain places should not be tracked and so never get staged</a:t>
            </a:r>
          </a:p>
          <a:p>
            <a:pPr marL="342900" indent="-342900">
              <a:buFont typeface="+mj-lt"/>
              <a:buAutoNum type="alphaUcPeriod"/>
            </a:pPr>
            <a:endParaRPr lang="en-GB" sz="1400">
              <a:ea typeface="Lexend"/>
              <a:cs typeface="Lexend"/>
              <a:sym typeface="Lexend"/>
            </a:endParaRPr>
          </a:p>
        </p:txBody>
      </p:sp>
    </p:spTree>
    <p:extLst>
      <p:ext uri="{BB962C8B-B14F-4D97-AF65-F5344CB8AC3E}">
        <p14:creationId xmlns:p14="http://schemas.microsoft.com/office/powerpoint/2010/main" val="341834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732B6-1630-EC91-7F39-F358D3F0E83E}"/>
            </a:ext>
          </a:extLst>
        </p:cNvPr>
        <p:cNvGrpSpPr/>
        <p:nvPr/>
      </p:nvGrpSpPr>
      <p:grpSpPr>
        <a:xfrm>
          <a:off x="0" y="0"/>
          <a:ext cx="0" cy="0"/>
          <a:chOff x="0" y="0"/>
          <a:chExt cx="0" cy="0"/>
        </a:xfrm>
      </p:grpSpPr>
      <p:sp>
        <p:nvSpPr>
          <p:cNvPr id="17" name="Title 4">
            <a:extLst>
              <a:ext uri="{FF2B5EF4-FFF2-40B4-BE49-F238E27FC236}">
                <a16:creationId xmlns:a16="http://schemas.microsoft.com/office/drawing/2014/main" id="{85DA3845-191C-CAAB-992E-6C0DC00803F1}"/>
              </a:ext>
            </a:extLst>
          </p:cNvPr>
          <p:cNvSpPr>
            <a:spLocks noGrp="1"/>
          </p:cNvSpPr>
          <p:nvPr>
            <p:ph type="title"/>
          </p:nvPr>
        </p:nvSpPr>
        <p:spPr>
          <a:xfrm>
            <a:off x="432000" y="432000"/>
            <a:ext cx="11404154" cy="865186"/>
          </a:xfrm>
        </p:spPr>
        <p:txBody>
          <a:bodyPr>
            <a:normAutofit fontScale="90000"/>
          </a:bodyPr>
          <a:lstStyle/>
          <a:p>
            <a:r>
              <a:rPr lang="en-GB"/>
              <a:t>Answers time: What do you do if your working directory has sensitive information in it?</a:t>
            </a:r>
            <a:endParaRPr lang="en-GB" spc="-40"/>
          </a:p>
        </p:txBody>
      </p:sp>
      <p:sp>
        <p:nvSpPr>
          <p:cNvPr id="5" name="Content Placeholder 4">
            <a:extLst>
              <a:ext uri="{FF2B5EF4-FFF2-40B4-BE49-F238E27FC236}">
                <a16:creationId xmlns:a16="http://schemas.microsoft.com/office/drawing/2014/main" id="{8476201E-001D-D6C0-4A9A-0135E6BC6BA9}"/>
              </a:ext>
            </a:extLst>
          </p:cNvPr>
          <p:cNvSpPr>
            <a:spLocks noGrp="1"/>
          </p:cNvSpPr>
          <p:nvPr>
            <p:ph idx="1"/>
          </p:nvPr>
        </p:nvSpPr>
        <p:spPr>
          <a:xfrm>
            <a:off x="432000" y="1442237"/>
            <a:ext cx="11088000" cy="4113678"/>
          </a:xfrm>
        </p:spPr>
        <p:txBody>
          <a:bodyPr>
            <a:normAutofit/>
          </a:bodyPr>
          <a:lstStyle/>
          <a:p>
            <a:pPr marL="342900" indent="-342900">
              <a:buFont typeface="+mj-lt"/>
              <a:buAutoNum type="alphaUcPeriod"/>
            </a:pPr>
            <a:r>
              <a:rPr lang="en-GB" sz="2000">
                <a:ea typeface="Lexend"/>
                <a:cs typeface="Lexend"/>
                <a:sym typeface="Lexend"/>
              </a:rPr>
              <a:t>Commit the information to the repo, sort it out later </a:t>
            </a:r>
            <a:r>
              <a:rPr lang="en-GB" sz="2000" b="1">
                <a:solidFill>
                  <a:srgbClr val="FF0000"/>
                </a:solidFill>
                <a:ea typeface="Lexend"/>
                <a:cs typeface="Lexend"/>
                <a:sym typeface="Lexend"/>
              </a:rPr>
              <a:t>– NO, massive headache in the best case. IG incident in the worst case. Also NO, NO, NO, NO, NO!</a:t>
            </a:r>
          </a:p>
          <a:p>
            <a:pPr marL="342900" indent="-342900">
              <a:buFont typeface="+mj-lt"/>
              <a:buAutoNum type="alphaUcPeriod"/>
            </a:pPr>
            <a:r>
              <a:rPr lang="en-GB" sz="2000">
                <a:ea typeface="Lexend"/>
                <a:cs typeface="Lexend"/>
                <a:sym typeface="Lexend"/>
              </a:rPr>
              <a:t>Use an IDE but remember to uncheck those files every time you’re planning to make a commit </a:t>
            </a:r>
            <a:r>
              <a:rPr lang="en-GB" sz="2000" b="1">
                <a:ea typeface="Lexend"/>
                <a:cs typeface="Lexend"/>
                <a:sym typeface="Lexend"/>
              </a:rPr>
              <a:t>– it would work, but you would have to remember to do it every single time and never make a mistake. Don’t make your life harder than it needs to be.</a:t>
            </a:r>
          </a:p>
          <a:p>
            <a:pPr marL="342900" indent="-342900">
              <a:buFont typeface="+mj-lt"/>
              <a:buAutoNum type="alphaUcPeriod"/>
            </a:pPr>
            <a:r>
              <a:rPr lang="en-GB" sz="2000">
                <a:ea typeface="Lexend"/>
                <a:cs typeface="Lexend"/>
                <a:sym typeface="Lexend"/>
              </a:rPr>
              <a:t>Use command line git, manually stage everything you want to track </a:t>
            </a:r>
            <a:r>
              <a:rPr lang="en-GB" sz="2000" b="1">
                <a:ea typeface="Lexend"/>
                <a:cs typeface="Lexend"/>
                <a:sym typeface="Lexend"/>
              </a:rPr>
              <a:t>– Sure, lots of people do this but you still risk staging a file you didn’t mean to, especially if you use batch staging like git add * or git add .  (also, the command line scares me)</a:t>
            </a:r>
          </a:p>
          <a:p>
            <a:pPr marL="342900" indent="-342900">
              <a:buFont typeface="+mj-lt"/>
              <a:buAutoNum type="alphaUcPeriod"/>
            </a:pPr>
            <a:r>
              <a:rPr lang="en-GB" sz="2000">
                <a:ea typeface="Lexend"/>
                <a:cs typeface="Lexend"/>
                <a:sym typeface="Lexend"/>
              </a:rPr>
              <a:t>Somehow teach git that certain files, types of file, or files in certain places should not be tracked and so never get staged </a:t>
            </a:r>
            <a:r>
              <a:rPr lang="en-GB" sz="2000" b="1">
                <a:ea typeface="Lexend"/>
                <a:cs typeface="Lexend"/>
                <a:sym typeface="Lexend"/>
              </a:rPr>
              <a:t>– </a:t>
            </a:r>
            <a:r>
              <a:rPr lang="en-GB" sz="2000" b="1" err="1">
                <a:ea typeface="Lexend"/>
                <a:cs typeface="Lexend"/>
                <a:sym typeface="Lexend"/>
              </a:rPr>
              <a:t>Oooooh</a:t>
            </a:r>
            <a:r>
              <a:rPr lang="en-GB" sz="2000" b="1">
                <a:ea typeface="Lexend"/>
                <a:cs typeface="Lexend"/>
                <a:sym typeface="Lexend"/>
              </a:rPr>
              <a:t> what a good idea, and strangely enough exactly what a session called “intro to </a:t>
            </a:r>
            <a:r>
              <a:rPr lang="en-GB" sz="2000" b="1" err="1">
                <a:ea typeface="Lexend"/>
                <a:cs typeface="Lexend"/>
                <a:sym typeface="Lexend"/>
              </a:rPr>
              <a:t>gitignore</a:t>
            </a:r>
            <a:r>
              <a:rPr lang="en-GB" sz="2000" b="1">
                <a:ea typeface="Lexend"/>
                <a:cs typeface="Lexend"/>
                <a:sym typeface="Lexend"/>
              </a:rPr>
              <a:t>” is going to cover, what a coincidence!</a:t>
            </a:r>
          </a:p>
        </p:txBody>
      </p:sp>
    </p:spTree>
    <p:extLst>
      <p:ext uri="{BB962C8B-B14F-4D97-AF65-F5344CB8AC3E}">
        <p14:creationId xmlns:p14="http://schemas.microsoft.com/office/powerpoint/2010/main" val="291077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993E7A-411A-75A1-5C4E-BA502CE285BE}"/>
              </a:ext>
            </a:extLst>
          </p:cNvPr>
          <p:cNvSpPr>
            <a:spLocks noGrp="1"/>
          </p:cNvSpPr>
          <p:nvPr>
            <p:ph idx="1"/>
          </p:nvPr>
        </p:nvSpPr>
        <p:spPr>
          <a:xfrm>
            <a:off x="432000" y="1073714"/>
            <a:ext cx="11088000" cy="5154286"/>
          </a:xfrm>
        </p:spPr>
        <p:txBody>
          <a:bodyPr>
            <a:normAutofit fontScale="92500"/>
          </a:bodyPr>
          <a:lstStyle/>
          <a:p>
            <a:r>
              <a:rPr lang="en-GB" b="1" dirty="0"/>
              <a:t>What is a .</a:t>
            </a:r>
            <a:r>
              <a:rPr lang="en-GB" b="1" dirty="0" err="1"/>
              <a:t>gitignore</a:t>
            </a:r>
            <a:r>
              <a:rPr lang="en-GB" b="1" dirty="0"/>
              <a:t> file?</a:t>
            </a:r>
          </a:p>
          <a:p>
            <a:r>
              <a:rPr lang="en-GB" dirty="0"/>
              <a:t>A text file, simple as that </a:t>
            </a:r>
          </a:p>
          <a:p>
            <a:r>
              <a:rPr lang="en-GB" b="1" dirty="0"/>
              <a:t>What’s in it?</a:t>
            </a:r>
          </a:p>
          <a:p>
            <a:r>
              <a:rPr lang="en-GB" dirty="0"/>
              <a:t>A list of files, folders or file extensions you want to make sure git doesn’t track, and therefore keep off </a:t>
            </a:r>
            <a:r>
              <a:rPr lang="en-GB" dirty="0" err="1"/>
              <a:t>github</a:t>
            </a:r>
            <a:endParaRPr lang="en-GB" dirty="0"/>
          </a:p>
          <a:p>
            <a:r>
              <a:rPr lang="en-GB" b="1" dirty="0"/>
              <a:t>Do I have to list every file?</a:t>
            </a:r>
          </a:p>
          <a:p>
            <a:r>
              <a:rPr lang="en-GB" dirty="0"/>
              <a:t>Nope, you can put in patterns and git will ignore everything that matches the pattern (handy link:</a:t>
            </a:r>
            <a:br>
              <a:rPr lang="en-GB" dirty="0"/>
            </a:br>
            <a:r>
              <a:rPr lang="en-GB" dirty="0">
                <a:hlinkClick r:id="rId2"/>
              </a:rPr>
              <a:t>https://www.w3schools.com/git/git_ignore.asp</a:t>
            </a:r>
            <a:r>
              <a:rPr lang="en-GB" dirty="0"/>
              <a:t>)</a:t>
            </a:r>
          </a:p>
          <a:p>
            <a:r>
              <a:rPr lang="en-GB" b="1" dirty="0"/>
              <a:t>Example?</a:t>
            </a:r>
          </a:p>
          <a:p>
            <a:r>
              <a:rPr lang="en-GB" dirty="0"/>
              <a:t> *.xlsx will ignore everything the ends with .xlsx</a:t>
            </a:r>
          </a:p>
          <a:p>
            <a:r>
              <a:rPr lang="en-GB" dirty="0"/>
              <a:t>temp/ will ignore all files inside the folder called temp</a:t>
            </a:r>
          </a:p>
          <a:p>
            <a:r>
              <a:rPr lang="en-GB" b="1" dirty="0"/>
              <a:t>What doesn’t it do?</a:t>
            </a:r>
          </a:p>
          <a:p>
            <a:r>
              <a:rPr lang="en-GB" dirty="0"/>
              <a:t>It won’t ignore files that are already being tracked. So, if you commit an excel file to your repo and afterwards add *.xlsx to your .</a:t>
            </a:r>
            <a:r>
              <a:rPr lang="en-GB" dirty="0" err="1"/>
              <a:t>gitignore</a:t>
            </a:r>
            <a:r>
              <a:rPr lang="en-GB" dirty="0"/>
              <a:t>, the already committed file will still be tracked. </a:t>
            </a:r>
          </a:p>
        </p:txBody>
      </p:sp>
      <p:sp>
        <p:nvSpPr>
          <p:cNvPr id="4" name="Title 3">
            <a:extLst>
              <a:ext uri="{FF2B5EF4-FFF2-40B4-BE49-F238E27FC236}">
                <a16:creationId xmlns:a16="http://schemas.microsoft.com/office/drawing/2014/main" id="{8EBA87F4-C498-29B4-4FA1-D8EB954B5426}"/>
              </a:ext>
            </a:extLst>
          </p:cNvPr>
          <p:cNvSpPr>
            <a:spLocks noGrp="1"/>
          </p:cNvSpPr>
          <p:nvPr>
            <p:ph type="title"/>
          </p:nvPr>
        </p:nvSpPr>
        <p:spPr/>
        <p:txBody>
          <a:bodyPr/>
          <a:lstStyle/>
          <a:p>
            <a:r>
              <a:rPr lang="en-GB"/>
              <a:t>.</a:t>
            </a:r>
            <a:r>
              <a:rPr lang="en-GB" err="1"/>
              <a:t>gitignore</a:t>
            </a:r>
            <a:r>
              <a:rPr lang="en-GB"/>
              <a:t> the basics</a:t>
            </a:r>
          </a:p>
        </p:txBody>
      </p:sp>
    </p:spTree>
    <p:extLst>
      <p:ext uri="{BB962C8B-B14F-4D97-AF65-F5344CB8AC3E}">
        <p14:creationId xmlns:p14="http://schemas.microsoft.com/office/powerpoint/2010/main" val="419577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D1CD3F-6886-638E-388E-E19839957C29}"/>
              </a:ext>
            </a:extLst>
          </p:cNvPr>
          <p:cNvSpPr>
            <a:spLocks noGrp="1"/>
          </p:cNvSpPr>
          <p:nvPr>
            <p:ph idx="1"/>
          </p:nvPr>
        </p:nvSpPr>
        <p:spPr>
          <a:xfrm>
            <a:off x="432000" y="1073714"/>
            <a:ext cx="11088000" cy="5154286"/>
          </a:xfrm>
        </p:spPr>
        <p:txBody>
          <a:bodyPr/>
          <a:lstStyle/>
          <a:p>
            <a:r>
              <a:rPr lang="en-GB"/>
              <a:t>When you tell git to stage a file (either through the command line or your IDE of choice) it checks the .</a:t>
            </a:r>
            <a:r>
              <a:rPr lang="en-GB" err="1"/>
              <a:t>gitignore</a:t>
            </a:r>
            <a:r>
              <a:rPr lang="en-GB"/>
              <a:t>. If any of the files you are committing have a name that matches a pattern in the .</a:t>
            </a:r>
            <a:r>
              <a:rPr lang="en-GB" err="1"/>
              <a:t>gitignore</a:t>
            </a:r>
            <a:r>
              <a:rPr lang="en-GB"/>
              <a:t> list git will skip those files.</a:t>
            </a:r>
          </a:p>
          <a:p>
            <a:endParaRPr lang="en-GB"/>
          </a:p>
          <a:p>
            <a:r>
              <a:rPr lang="en-GB"/>
              <a:t>Most IDEs will not show you files that match a pattern in the list, so you won’t have to remove a file from the staging list I showed earlier. Nor will you be able to check a box to stage something that should be ignored.</a:t>
            </a:r>
          </a:p>
          <a:p>
            <a:endParaRPr lang="en-GB"/>
          </a:p>
          <a:p>
            <a:r>
              <a:rPr lang="en-GB"/>
              <a:t>You can use the command line to force git to stage something that is being ignored, but if you know how to do that you probably don’t need this intro anyway.</a:t>
            </a:r>
          </a:p>
          <a:p>
            <a:endParaRPr lang="en-GB"/>
          </a:p>
          <a:p>
            <a:r>
              <a:rPr lang="en-GB"/>
              <a:t>.</a:t>
            </a:r>
            <a:r>
              <a:rPr lang="en-GB" err="1"/>
              <a:t>gitignore</a:t>
            </a:r>
            <a:r>
              <a:rPr lang="en-GB"/>
              <a:t> acts on whole files. </a:t>
            </a:r>
            <a:r>
              <a:rPr lang="en-GB" b="1" u="sng"/>
              <a:t>You cannot ignore part of a file.</a:t>
            </a:r>
            <a:r>
              <a:rPr lang="en-GB"/>
              <a:t> If you have passwords, connection strings, pathways to parquet files or patient data anywhere in a file, you will need to ignore that entire file. Structure your project accordingly.</a:t>
            </a:r>
          </a:p>
        </p:txBody>
      </p:sp>
      <p:sp>
        <p:nvSpPr>
          <p:cNvPr id="4" name="Title 3">
            <a:extLst>
              <a:ext uri="{FF2B5EF4-FFF2-40B4-BE49-F238E27FC236}">
                <a16:creationId xmlns:a16="http://schemas.microsoft.com/office/drawing/2014/main" id="{87BC0934-7E5F-E931-E7DB-C16E48E7711D}"/>
              </a:ext>
            </a:extLst>
          </p:cNvPr>
          <p:cNvSpPr>
            <a:spLocks noGrp="1"/>
          </p:cNvSpPr>
          <p:nvPr>
            <p:ph type="title"/>
          </p:nvPr>
        </p:nvSpPr>
        <p:spPr/>
        <p:txBody>
          <a:bodyPr/>
          <a:lstStyle/>
          <a:p>
            <a:r>
              <a:rPr lang="en-GB"/>
              <a:t>How does it work?</a:t>
            </a:r>
          </a:p>
        </p:txBody>
      </p:sp>
    </p:spTree>
    <p:extLst>
      <p:ext uri="{BB962C8B-B14F-4D97-AF65-F5344CB8AC3E}">
        <p14:creationId xmlns:p14="http://schemas.microsoft.com/office/powerpoint/2010/main" val="3635525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99D9129-BEE5-8441-9265-8F0B8A55E891}"/>
              </a:ext>
            </a:extLst>
          </p:cNvPr>
          <p:cNvPicPr>
            <a:picLocks noGrp="1" noChangeAspect="1"/>
          </p:cNvPicPr>
          <p:nvPr>
            <p:ph idx="1"/>
          </p:nvPr>
        </p:nvPicPr>
        <p:blipFill>
          <a:blip r:embed="rId2"/>
          <a:stretch>
            <a:fillRect/>
          </a:stretch>
        </p:blipFill>
        <p:spPr>
          <a:xfrm>
            <a:off x="432000" y="1073713"/>
            <a:ext cx="7930045" cy="4398963"/>
          </a:xfrm>
        </p:spPr>
      </p:pic>
      <p:sp>
        <p:nvSpPr>
          <p:cNvPr id="4" name="Title 3">
            <a:extLst>
              <a:ext uri="{FF2B5EF4-FFF2-40B4-BE49-F238E27FC236}">
                <a16:creationId xmlns:a16="http://schemas.microsoft.com/office/drawing/2014/main" id="{515C0C7E-4C21-EB3C-AFE1-46A5102BE34B}"/>
              </a:ext>
            </a:extLst>
          </p:cNvPr>
          <p:cNvSpPr>
            <a:spLocks noGrp="1"/>
          </p:cNvSpPr>
          <p:nvPr>
            <p:ph type="title"/>
          </p:nvPr>
        </p:nvSpPr>
        <p:spPr/>
        <p:txBody>
          <a:bodyPr/>
          <a:lstStyle/>
          <a:p>
            <a:r>
              <a:rPr lang="en-GB"/>
              <a:t>Let’s see it work with an empty repo</a:t>
            </a:r>
          </a:p>
        </p:txBody>
      </p:sp>
      <p:sp>
        <p:nvSpPr>
          <p:cNvPr id="7" name="TextBox 6">
            <a:extLst>
              <a:ext uri="{FF2B5EF4-FFF2-40B4-BE49-F238E27FC236}">
                <a16:creationId xmlns:a16="http://schemas.microsoft.com/office/drawing/2014/main" id="{EFB209FD-ADDE-2912-8495-CF57CE7452EF}"/>
              </a:ext>
            </a:extLst>
          </p:cNvPr>
          <p:cNvSpPr txBox="1"/>
          <p:nvPr/>
        </p:nvSpPr>
        <p:spPr>
          <a:xfrm>
            <a:off x="8467726" y="1238250"/>
            <a:ext cx="3600450" cy="1200329"/>
          </a:xfrm>
          <a:prstGeom prst="rect">
            <a:avLst/>
          </a:prstGeom>
          <a:noFill/>
        </p:spPr>
        <p:txBody>
          <a:bodyPr wrap="square" rtlCol="0">
            <a:spAutoFit/>
          </a:bodyPr>
          <a:lstStyle/>
          <a:p>
            <a:r>
              <a:rPr lang="en-GB"/>
              <a:t>This is a repo I set up on </a:t>
            </a:r>
            <a:r>
              <a:rPr lang="en-GB" err="1"/>
              <a:t>github</a:t>
            </a:r>
            <a:r>
              <a:rPr lang="en-GB"/>
              <a:t> for this example.</a:t>
            </a:r>
          </a:p>
          <a:p>
            <a:r>
              <a:rPr lang="en-GB"/>
              <a:t>Notice the only file it currently has is the readme</a:t>
            </a:r>
          </a:p>
        </p:txBody>
      </p:sp>
      <p:sp>
        <p:nvSpPr>
          <p:cNvPr id="8" name="Arrow: Bent 7">
            <a:extLst>
              <a:ext uri="{FF2B5EF4-FFF2-40B4-BE49-F238E27FC236}">
                <a16:creationId xmlns:a16="http://schemas.microsoft.com/office/drawing/2014/main" id="{369C5215-A1D6-ECD2-A6F3-7511050685C0}"/>
              </a:ext>
            </a:extLst>
          </p:cNvPr>
          <p:cNvSpPr/>
          <p:nvPr/>
        </p:nvSpPr>
        <p:spPr>
          <a:xfrm rot="10800000">
            <a:off x="8810625" y="2603115"/>
            <a:ext cx="771525" cy="685621"/>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56219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A601A2-6422-4A69-B15E-60C12590A5EA}"/>
              </a:ext>
            </a:extLst>
          </p:cNvPr>
          <p:cNvSpPr>
            <a:spLocks noGrp="1"/>
          </p:cNvSpPr>
          <p:nvPr>
            <p:ph type="title"/>
          </p:nvPr>
        </p:nvSpPr>
        <p:spPr/>
        <p:txBody>
          <a:bodyPr/>
          <a:lstStyle/>
          <a:p>
            <a:r>
              <a:rPr lang="en-GB"/>
              <a:t>Local clone</a:t>
            </a:r>
          </a:p>
        </p:txBody>
      </p:sp>
      <p:pic>
        <p:nvPicPr>
          <p:cNvPr id="8" name="Picture 7">
            <a:extLst>
              <a:ext uri="{FF2B5EF4-FFF2-40B4-BE49-F238E27FC236}">
                <a16:creationId xmlns:a16="http://schemas.microsoft.com/office/drawing/2014/main" id="{3934DAD5-DC97-F3D0-9539-A887D6D2BB7D}"/>
              </a:ext>
            </a:extLst>
          </p:cNvPr>
          <p:cNvPicPr>
            <a:picLocks noChangeAspect="1"/>
          </p:cNvPicPr>
          <p:nvPr/>
        </p:nvPicPr>
        <p:blipFill>
          <a:blip r:embed="rId2"/>
          <a:stretch>
            <a:fillRect/>
          </a:stretch>
        </p:blipFill>
        <p:spPr>
          <a:xfrm>
            <a:off x="8477089" y="1187832"/>
            <a:ext cx="2305372" cy="1752845"/>
          </a:xfrm>
          <a:prstGeom prst="rect">
            <a:avLst/>
          </a:prstGeom>
        </p:spPr>
      </p:pic>
      <p:sp>
        <p:nvSpPr>
          <p:cNvPr id="9" name="TextBox 8">
            <a:extLst>
              <a:ext uri="{FF2B5EF4-FFF2-40B4-BE49-F238E27FC236}">
                <a16:creationId xmlns:a16="http://schemas.microsoft.com/office/drawing/2014/main" id="{655E7087-E20E-F1F4-4320-1169FF1A9F2E}"/>
              </a:ext>
            </a:extLst>
          </p:cNvPr>
          <p:cNvSpPr txBox="1"/>
          <p:nvPr/>
        </p:nvSpPr>
        <p:spPr>
          <a:xfrm>
            <a:off x="532624" y="3429000"/>
            <a:ext cx="7367832" cy="646331"/>
          </a:xfrm>
          <a:prstGeom prst="rect">
            <a:avLst/>
          </a:prstGeom>
          <a:noFill/>
        </p:spPr>
        <p:txBody>
          <a:bodyPr wrap="square" rtlCol="0">
            <a:spAutoFit/>
          </a:bodyPr>
          <a:lstStyle/>
          <a:p>
            <a:r>
              <a:rPr lang="en-GB" dirty="0"/>
              <a:t>Here I’ve cloned the remote repository onto my laptop, it’s got the same stuff</a:t>
            </a:r>
          </a:p>
        </p:txBody>
      </p:sp>
      <p:sp>
        <p:nvSpPr>
          <p:cNvPr id="10" name="TextBox 9">
            <a:extLst>
              <a:ext uri="{FF2B5EF4-FFF2-40B4-BE49-F238E27FC236}">
                <a16:creationId xmlns:a16="http://schemas.microsoft.com/office/drawing/2014/main" id="{1E3FD67B-7259-D36D-6646-EA5F39639579}"/>
              </a:ext>
            </a:extLst>
          </p:cNvPr>
          <p:cNvSpPr txBox="1"/>
          <p:nvPr/>
        </p:nvSpPr>
        <p:spPr>
          <a:xfrm>
            <a:off x="8477088" y="3003629"/>
            <a:ext cx="2619537" cy="261610"/>
          </a:xfrm>
          <a:prstGeom prst="rect">
            <a:avLst/>
          </a:prstGeom>
          <a:noFill/>
        </p:spPr>
        <p:txBody>
          <a:bodyPr wrap="square" rtlCol="0">
            <a:spAutoFit/>
          </a:bodyPr>
          <a:lstStyle/>
          <a:p>
            <a:r>
              <a:rPr lang="en-GB" sz="1100"/>
              <a:t>I am legally obligated to use this meme</a:t>
            </a:r>
          </a:p>
        </p:txBody>
      </p:sp>
      <p:pic>
        <p:nvPicPr>
          <p:cNvPr id="3" name="Picture 2">
            <a:extLst>
              <a:ext uri="{FF2B5EF4-FFF2-40B4-BE49-F238E27FC236}">
                <a16:creationId xmlns:a16="http://schemas.microsoft.com/office/drawing/2014/main" id="{95102BD1-A409-1A42-18C3-CF1ECEF8E21A}"/>
              </a:ext>
            </a:extLst>
          </p:cNvPr>
          <p:cNvPicPr>
            <a:picLocks noChangeAspect="1"/>
          </p:cNvPicPr>
          <p:nvPr/>
        </p:nvPicPr>
        <p:blipFill>
          <a:blip r:embed="rId3"/>
          <a:srcRect l="1602"/>
          <a:stretch>
            <a:fillRect/>
          </a:stretch>
        </p:blipFill>
        <p:spPr>
          <a:xfrm>
            <a:off x="532624" y="1184407"/>
            <a:ext cx="5474208" cy="2133898"/>
          </a:xfrm>
          <a:prstGeom prst="rect">
            <a:avLst/>
          </a:prstGeom>
        </p:spPr>
      </p:pic>
    </p:spTree>
    <p:extLst>
      <p:ext uri="{BB962C8B-B14F-4D97-AF65-F5344CB8AC3E}">
        <p14:creationId xmlns:p14="http://schemas.microsoft.com/office/powerpoint/2010/main" val="88004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8945BC-0179-E9BA-F96A-6263BCB72059}"/>
              </a:ext>
            </a:extLst>
          </p:cNvPr>
          <p:cNvSpPr>
            <a:spLocks noGrp="1"/>
          </p:cNvSpPr>
          <p:nvPr>
            <p:ph type="title"/>
          </p:nvPr>
        </p:nvSpPr>
        <p:spPr/>
        <p:txBody>
          <a:bodyPr>
            <a:normAutofit/>
          </a:bodyPr>
          <a:lstStyle/>
          <a:p>
            <a:r>
              <a:rPr lang="en-GB"/>
              <a:t>Now for some secret stuff</a:t>
            </a:r>
          </a:p>
        </p:txBody>
      </p:sp>
      <p:sp>
        <p:nvSpPr>
          <p:cNvPr id="12" name="TextBox 11">
            <a:extLst>
              <a:ext uri="{FF2B5EF4-FFF2-40B4-BE49-F238E27FC236}">
                <a16:creationId xmlns:a16="http://schemas.microsoft.com/office/drawing/2014/main" id="{92E18571-D923-34FA-654D-8F75035976E0}"/>
              </a:ext>
            </a:extLst>
          </p:cNvPr>
          <p:cNvSpPr txBox="1"/>
          <p:nvPr/>
        </p:nvSpPr>
        <p:spPr>
          <a:xfrm>
            <a:off x="533400" y="1307870"/>
            <a:ext cx="10397879" cy="1200329"/>
          </a:xfrm>
          <a:prstGeom prst="rect">
            <a:avLst/>
          </a:prstGeom>
          <a:noFill/>
        </p:spPr>
        <p:txBody>
          <a:bodyPr wrap="square" rtlCol="0">
            <a:spAutoFit/>
          </a:bodyPr>
          <a:lstStyle/>
          <a:p>
            <a:r>
              <a:rPr lang="en-GB"/>
              <a:t>Now I’ve created a file that I don’t want to commit to </a:t>
            </a:r>
            <a:r>
              <a:rPr lang="en-GB" err="1"/>
              <a:t>github</a:t>
            </a:r>
            <a:r>
              <a:rPr lang="en-GB"/>
              <a:t>, because it contains important secrets. </a:t>
            </a:r>
          </a:p>
          <a:p>
            <a:endParaRPr lang="en-GB"/>
          </a:p>
          <a:p>
            <a:r>
              <a:rPr lang="en-GB"/>
              <a:t>I’ve also created an R project because I want to show you what </a:t>
            </a:r>
            <a:r>
              <a:rPr lang="en-GB" err="1"/>
              <a:t>Rstudio</a:t>
            </a:r>
            <a:r>
              <a:rPr lang="en-GB"/>
              <a:t> looks like with Git and it won’t track anything that isn’t part of an R project</a:t>
            </a:r>
          </a:p>
        </p:txBody>
      </p:sp>
      <p:pic>
        <p:nvPicPr>
          <p:cNvPr id="5" name="Picture 4">
            <a:extLst>
              <a:ext uri="{FF2B5EF4-FFF2-40B4-BE49-F238E27FC236}">
                <a16:creationId xmlns:a16="http://schemas.microsoft.com/office/drawing/2014/main" id="{93C8087E-C6DE-3EFA-3A08-5834E42EA29B}"/>
              </a:ext>
            </a:extLst>
          </p:cNvPr>
          <p:cNvPicPr>
            <a:picLocks noChangeAspect="1"/>
          </p:cNvPicPr>
          <p:nvPr/>
        </p:nvPicPr>
        <p:blipFill>
          <a:blip r:embed="rId2"/>
          <a:stretch>
            <a:fillRect/>
          </a:stretch>
        </p:blipFill>
        <p:spPr>
          <a:xfrm>
            <a:off x="533400" y="2851589"/>
            <a:ext cx="6306430" cy="2800741"/>
          </a:xfrm>
          <a:prstGeom prst="rect">
            <a:avLst/>
          </a:prstGeom>
        </p:spPr>
      </p:pic>
    </p:spTree>
    <p:extLst>
      <p:ext uri="{BB962C8B-B14F-4D97-AF65-F5344CB8AC3E}">
        <p14:creationId xmlns:p14="http://schemas.microsoft.com/office/powerpoint/2010/main" val="192383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2CF71F-4644-9A61-38D6-A5BEFD4D78F5}"/>
              </a:ext>
            </a:extLst>
          </p:cNvPr>
          <p:cNvSpPr>
            <a:spLocks noGrp="1"/>
          </p:cNvSpPr>
          <p:nvPr>
            <p:ph type="title"/>
          </p:nvPr>
        </p:nvSpPr>
        <p:spPr/>
        <p:txBody>
          <a:bodyPr/>
          <a:lstStyle/>
          <a:p>
            <a:r>
              <a:rPr lang="en-GB"/>
              <a:t>What does that look like?</a:t>
            </a:r>
          </a:p>
        </p:txBody>
      </p:sp>
      <p:pic>
        <p:nvPicPr>
          <p:cNvPr id="6" name="Picture 5">
            <a:extLst>
              <a:ext uri="{FF2B5EF4-FFF2-40B4-BE49-F238E27FC236}">
                <a16:creationId xmlns:a16="http://schemas.microsoft.com/office/drawing/2014/main" id="{AD4E7D28-3CDC-E44D-4DE0-C609F98954AA}"/>
              </a:ext>
            </a:extLst>
          </p:cNvPr>
          <p:cNvPicPr>
            <a:picLocks noChangeAspect="1"/>
          </p:cNvPicPr>
          <p:nvPr/>
        </p:nvPicPr>
        <p:blipFill>
          <a:blip r:embed="rId2"/>
          <a:stretch>
            <a:fillRect/>
          </a:stretch>
        </p:blipFill>
        <p:spPr>
          <a:xfrm>
            <a:off x="361582" y="1101708"/>
            <a:ext cx="3639283" cy="3656821"/>
          </a:xfrm>
          <a:prstGeom prst="rect">
            <a:avLst/>
          </a:prstGeom>
        </p:spPr>
      </p:pic>
      <p:pic>
        <p:nvPicPr>
          <p:cNvPr id="8" name="Picture 7">
            <a:extLst>
              <a:ext uri="{FF2B5EF4-FFF2-40B4-BE49-F238E27FC236}">
                <a16:creationId xmlns:a16="http://schemas.microsoft.com/office/drawing/2014/main" id="{4E551F90-C6F6-8326-83EA-01F40934C302}"/>
              </a:ext>
            </a:extLst>
          </p:cNvPr>
          <p:cNvPicPr>
            <a:picLocks noChangeAspect="1"/>
          </p:cNvPicPr>
          <p:nvPr/>
        </p:nvPicPr>
        <p:blipFill>
          <a:blip r:embed="rId3"/>
          <a:stretch>
            <a:fillRect/>
          </a:stretch>
        </p:blipFill>
        <p:spPr>
          <a:xfrm>
            <a:off x="4449164" y="2421193"/>
            <a:ext cx="7483946" cy="3553075"/>
          </a:xfrm>
          <a:prstGeom prst="rect">
            <a:avLst/>
          </a:prstGeom>
        </p:spPr>
      </p:pic>
      <p:sp>
        <p:nvSpPr>
          <p:cNvPr id="9" name="TextBox 8">
            <a:extLst>
              <a:ext uri="{FF2B5EF4-FFF2-40B4-BE49-F238E27FC236}">
                <a16:creationId xmlns:a16="http://schemas.microsoft.com/office/drawing/2014/main" id="{53F6789A-7A88-A916-ABC2-4E7EE7536349}"/>
              </a:ext>
            </a:extLst>
          </p:cNvPr>
          <p:cNvSpPr txBox="1"/>
          <p:nvPr/>
        </p:nvSpPr>
        <p:spPr>
          <a:xfrm>
            <a:off x="1533523" y="5504619"/>
            <a:ext cx="1295399" cy="369332"/>
          </a:xfrm>
          <a:prstGeom prst="rect">
            <a:avLst/>
          </a:prstGeom>
          <a:noFill/>
        </p:spPr>
        <p:txBody>
          <a:bodyPr wrap="square" rtlCol="0">
            <a:spAutoFit/>
          </a:bodyPr>
          <a:lstStyle/>
          <a:p>
            <a:r>
              <a:rPr lang="en-GB" err="1"/>
              <a:t>VScode</a:t>
            </a:r>
            <a:endParaRPr lang="en-GB"/>
          </a:p>
        </p:txBody>
      </p:sp>
      <p:sp>
        <p:nvSpPr>
          <p:cNvPr id="12" name="TextBox 11">
            <a:extLst>
              <a:ext uri="{FF2B5EF4-FFF2-40B4-BE49-F238E27FC236}">
                <a16:creationId xmlns:a16="http://schemas.microsoft.com/office/drawing/2014/main" id="{1C06424D-8AC3-F258-8C5A-30B6DC94E257}"/>
              </a:ext>
            </a:extLst>
          </p:cNvPr>
          <p:cNvSpPr txBox="1"/>
          <p:nvPr/>
        </p:nvSpPr>
        <p:spPr>
          <a:xfrm>
            <a:off x="7253337" y="1324579"/>
            <a:ext cx="1875597" cy="369332"/>
          </a:xfrm>
          <a:prstGeom prst="rect">
            <a:avLst/>
          </a:prstGeom>
          <a:noFill/>
        </p:spPr>
        <p:txBody>
          <a:bodyPr wrap="square" rtlCol="0">
            <a:spAutoFit/>
          </a:bodyPr>
          <a:lstStyle/>
          <a:p>
            <a:r>
              <a:rPr lang="en-GB" err="1"/>
              <a:t>Github</a:t>
            </a:r>
            <a:r>
              <a:rPr lang="en-GB"/>
              <a:t> desktop</a:t>
            </a:r>
          </a:p>
        </p:txBody>
      </p:sp>
      <p:sp>
        <p:nvSpPr>
          <p:cNvPr id="13" name="Arrow: Down 12">
            <a:extLst>
              <a:ext uri="{FF2B5EF4-FFF2-40B4-BE49-F238E27FC236}">
                <a16:creationId xmlns:a16="http://schemas.microsoft.com/office/drawing/2014/main" id="{032B0D22-1910-D67F-7521-5526B7310F14}"/>
              </a:ext>
            </a:extLst>
          </p:cNvPr>
          <p:cNvSpPr/>
          <p:nvPr/>
        </p:nvSpPr>
        <p:spPr>
          <a:xfrm>
            <a:off x="7910149" y="1781327"/>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41571721-0B98-D8AE-C29A-E48EF74FA7E7}"/>
              </a:ext>
            </a:extLst>
          </p:cNvPr>
          <p:cNvSpPr/>
          <p:nvPr/>
        </p:nvSpPr>
        <p:spPr>
          <a:xfrm rot="10800000">
            <a:off x="1728977" y="4855349"/>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526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525E5-EAE9-6DD5-566A-FBB295AD5F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20DCF7-21CD-FDF3-A286-2060AE02F65E}"/>
              </a:ext>
            </a:extLst>
          </p:cNvPr>
          <p:cNvSpPr>
            <a:spLocks noGrp="1"/>
          </p:cNvSpPr>
          <p:nvPr>
            <p:ph type="title"/>
          </p:nvPr>
        </p:nvSpPr>
        <p:spPr/>
        <p:txBody>
          <a:bodyPr/>
          <a:lstStyle/>
          <a:p>
            <a:r>
              <a:rPr lang="en-GB"/>
              <a:t>What does that look like?</a:t>
            </a:r>
          </a:p>
        </p:txBody>
      </p:sp>
      <p:pic>
        <p:nvPicPr>
          <p:cNvPr id="11" name="Picture 10">
            <a:extLst>
              <a:ext uri="{FF2B5EF4-FFF2-40B4-BE49-F238E27FC236}">
                <a16:creationId xmlns:a16="http://schemas.microsoft.com/office/drawing/2014/main" id="{75C6E7DA-34B9-778D-2DF7-B8E802B98228}"/>
              </a:ext>
            </a:extLst>
          </p:cNvPr>
          <p:cNvPicPr>
            <a:picLocks noChangeAspect="1"/>
          </p:cNvPicPr>
          <p:nvPr/>
        </p:nvPicPr>
        <p:blipFill>
          <a:blip r:embed="rId2"/>
          <a:stretch>
            <a:fillRect/>
          </a:stretch>
        </p:blipFill>
        <p:spPr>
          <a:xfrm>
            <a:off x="8057611" y="289930"/>
            <a:ext cx="4029637" cy="2295845"/>
          </a:xfrm>
          <a:prstGeom prst="rect">
            <a:avLst/>
          </a:prstGeom>
        </p:spPr>
      </p:pic>
      <p:sp>
        <p:nvSpPr>
          <p:cNvPr id="9" name="TextBox 8">
            <a:extLst>
              <a:ext uri="{FF2B5EF4-FFF2-40B4-BE49-F238E27FC236}">
                <a16:creationId xmlns:a16="http://schemas.microsoft.com/office/drawing/2014/main" id="{A13AC185-C92C-E9DC-E7B6-ED47C216A731}"/>
              </a:ext>
            </a:extLst>
          </p:cNvPr>
          <p:cNvSpPr txBox="1"/>
          <p:nvPr/>
        </p:nvSpPr>
        <p:spPr>
          <a:xfrm>
            <a:off x="3684036" y="5562747"/>
            <a:ext cx="1295399" cy="369332"/>
          </a:xfrm>
          <a:prstGeom prst="rect">
            <a:avLst/>
          </a:prstGeom>
          <a:noFill/>
        </p:spPr>
        <p:txBody>
          <a:bodyPr wrap="square" rtlCol="0">
            <a:spAutoFit/>
          </a:bodyPr>
          <a:lstStyle/>
          <a:p>
            <a:r>
              <a:rPr lang="en-GB"/>
              <a:t>Databricks</a:t>
            </a:r>
          </a:p>
        </p:txBody>
      </p:sp>
      <p:sp>
        <p:nvSpPr>
          <p:cNvPr id="10" name="TextBox 9">
            <a:extLst>
              <a:ext uri="{FF2B5EF4-FFF2-40B4-BE49-F238E27FC236}">
                <a16:creationId xmlns:a16="http://schemas.microsoft.com/office/drawing/2014/main" id="{28502221-6724-3128-6431-59AA1542003B}"/>
              </a:ext>
            </a:extLst>
          </p:cNvPr>
          <p:cNvSpPr txBox="1"/>
          <p:nvPr/>
        </p:nvSpPr>
        <p:spPr>
          <a:xfrm>
            <a:off x="9818302" y="3429000"/>
            <a:ext cx="1476375" cy="369332"/>
          </a:xfrm>
          <a:prstGeom prst="rect">
            <a:avLst/>
          </a:prstGeom>
          <a:noFill/>
        </p:spPr>
        <p:txBody>
          <a:bodyPr wrap="square" rtlCol="0">
            <a:spAutoFit/>
          </a:bodyPr>
          <a:lstStyle/>
          <a:p>
            <a:r>
              <a:rPr lang="en-GB" err="1"/>
              <a:t>Rstudio</a:t>
            </a:r>
            <a:r>
              <a:rPr lang="en-GB"/>
              <a:t> </a:t>
            </a:r>
          </a:p>
        </p:txBody>
      </p:sp>
      <p:sp>
        <p:nvSpPr>
          <p:cNvPr id="14" name="Arrow: Down 13">
            <a:extLst>
              <a:ext uri="{FF2B5EF4-FFF2-40B4-BE49-F238E27FC236}">
                <a16:creationId xmlns:a16="http://schemas.microsoft.com/office/drawing/2014/main" id="{1FA5466F-3F61-023F-AF6A-5A537D20B971}"/>
              </a:ext>
            </a:extLst>
          </p:cNvPr>
          <p:cNvSpPr/>
          <p:nvPr/>
        </p:nvSpPr>
        <p:spPr>
          <a:xfrm rot="10800000">
            <a:off x="4050749" y="4910346"/>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Down 14">
            <a:extLst>
              <a:ext uri="{FF2B5EF4-FFF2-40B4-BE49-F238E27FC236}">
                <a16:creationId xmlns:a16="http://schemas.microsoft.com/office/drawing/2014/main" id="{4A3DAFFA-1669-DD8B-3E08-07E56A8213C9}"/>
              </a:ext>
            </a:extLst>
          </p:cNvPr>
          <p:cNvSpPr/>
          <p:nvPr/>
        </p:nvSpPr>
        <p:spPr>
          <a:xfrm rot="10800000">
            <a:off x="9994515" y="2762059"/>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8F8BA9C2-81C3-6E51-44C6-E3F114035A6D}"/>
              </a:ext>
            </a:extLst>
          </p:cNvPr>
          <p:cNvPicPr>
            <a:picLocks noChangeAspect="1"/>
          </p:cNvPicPr>
          <p:nvPr/>
        </p:nvPicPr>
        <p:blipFill>
          <a:blip r:embed="rId3"/>
          <a:stretch>
            <a:fillRect/>
          </a:stretch>
        </p:blipFill>
        <p:spPr>
          <a:xfrm>
            <a:off x="183619" y="1255520"/>
            <a:ext cx="7734258" cy="3565526"/>
          </a:xfrm>
          <a:prstGeom prst="rect">
            <a:avLst/>
          </a:prstGeom>
        </p:spPr>
      </p:pic>
    </p:spTree>
    <p:extLst>
      <p:ext uri="{BB962C8B-B14F-4D97-AF65-F5344CB8AC3E}">
        <p14:creationId xmlns:p14="http://schemas.microsoft.com/office/powerpoint/2010/main" val="1722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6CBC910-4A1C-0158-D9D8-6DB05FD7A026}"/>
              </a:ext>
            </a:extLst>
          </p:cNvPr>
          <p:cNvPicPr>
            <a:picLocks noGrp="1" noChangeAspect="1"/>
          </p:cNvPicPr>
          <p:nvPr>
            <p:ph idx="1"/>
          </p:nvPr>
        </p:nvPicPr>
        <p:blipFill>
          <a:blip r:embed="rId2"/>
          <a:stretch>
            <a:fillRect/>
          </a:stretch>
        </p:blipFill>
        <p:spPr>
          <a:xfrm>
            <a:off x="432000" y="1153425"/>
            <a:ext cx="5511800" cy="3832012"/>
          </a:xfrm>
        </p:spPr>
      </p:pic>
      <p:sp>
        <p:nvSpPr>
          <p:cNvPr id="4" name="Title 3">
            <a:extLst>
              <a:ext uri="{FF2B5EF4-FFF2-40B4-BE49-F238E27FC236}">
                <a16:creationId xmlns:a16="http://schemas.microsoft.com/office/drawing/2014/main" id="{9A34C1ED-D52D-688F-0690-DDA60A40F7B0}"/>
              </a:ext>
            </a:extLst>
          </p:cNvPr>
          <p:cNvSpPr>
            <a:spLocks noGrp="1"/>
          </p:cNvSpPr>
          <p:nvPr>
            <p:ph type="title"/>
          </p:nvPr>
        </p:nvSpPr>
        <p:spPr/>
        <p:txBody>
          <a:bodyPr/>
          <a:lstStyle/>
          <a:p>
            <a:r>
              <a:rPr lang="en-GB"/>
              <a:t>Quick ignore this!</a:t>
            </a:r>
          </a:p>
        </p:txBody>
      </p:sp>
      <p:sp>
        <p:nvSpPr>
          <p:cNvPr id="7" name="TextBox 6">
            <a:extLst>
              <a:ext uri="{FF2B5EF4-FFF2-40B4-BE49-F238E27FC236}">
                <a16:creationId xmlns:a16="http://schemas.microsoft.com/office/drawing/2014/main" id="{A3812FC3-2700-B6D7-3C7B-1EA1D1B9D4D8}"/>
              </a:ext>
            </a:extLst>
          </p:cNvPr>
          <p:cNvSpPr txBox="1"/>
          <p:nvPr/>
        </p:nvSpPr>
        <p:spPr>
          <a:xfrm>
            <a:off x="6810375" y="1257300"/>
            <a:ext cx="4838700" cy="2862322"/>
          </a:xfrm>
          <a:prstGeom prst="rect">
            <a:avLst/>
          </a:prstGeom>
          <a:noFill/>
        </p:spPr>
        <p:txBody>
          <a:bodyPr wrap="square" rtlCol="0">
            <a:spAutoFit/>
          </a:bodyPr>
          <a:lstStyle/>
          <a:p>
            <a:pPr marL="285750" indent="-285750">
              <a:buFont typeface="Arial" panose="020B0604020202020204" pitchFamily="34" charset="0"/>
              <a:buChar char="•"/>
            </a:pPr>
            <a:r>
              <a:rPr lang="en-GB"/>
              <a:t>We can fix this; we haven’t committed anything yet. </a:t>
            </a:r>
          </a:p>
          <a:p>
            <a:pPr marL="285750" indent="-285750">
              <a:buFont typeface="Arial" panose="020B0604020202020204" pitchFamily="34" charset="0"/>
              <a:buChar char="•"/>
            </a:pPr>
            <a:r>
              <a:rPr lang="en-GB"/>
              <a:t>There are easier ways to get a .</a:t>
            </a:r>
            <a:r>
              <a:rPr lang="en-GB" err="1"/>
              <a:t>gitignore</a:t>
            </a:r>
            <a:r>
              <a:rPr lang="en-GB"/>
              <a:t> (see later) but to make your own just open any text editor, I’m using notepad. </a:t>
            </a:r>
            <a:br>
              <a:rPr lang="en-GB"/>
            </a:br>
            <a:r>
              <a:rPr lang="en-GB"/>
              <a:t>Save your file with the name .</a:t>
            </a:r>
            <a:r>
              <a:rPr lang="en-GB" err="1"/>
              <a:t>gitignore</a:t>
            </a:r>
            <a:r>
              <a:rPr lang="en-GB"/>
              <a:t> (include the full stop)</a:t>
            </a:r>
          </a:p>
          <a:p>
            <a:pPr marL="285750" indent="-285750">
              <a:buFont typeface="Arial" panose="020B0604020202020204" pitchFamily="34" charset="0"/>
              <a:buChar char="•"/>
            </a:pPr>
            <a:r>
              <a:rPr lang="en-GB"/>
              <a:t>Now you have a </a:t>
            </a:r>
            <a:r>
              <a:rPr lang="en-GB" err="1"/>
              <a:t>gitignore</a:t>
            </a:r>
            <a:r>
              <a:rPr lang="en-GB"/>
              <a:t>.</a:t>
            </a:r>
          </a:p>
          <a:p>
            <a:pPr marL="285750" indent="-285750">
              <a:buFont typeface="Arial" panose="020B0604020202020204" pitchFamily="34" charset="0"/>
              <a:buChar char="•"/>
            </a:pPr>
            <a:r>
              <a:rPr lang="en-GB"/>
              <a:t>I’ve populated mine with the full name and extension of my special secret file</a:t>
            </a:r>
          </a:p>
        </p:txBody>
      </p:sp>
    </p:spTree>
    <p:extLst>
      <p:ext uri="{BB962C8B-B14F-4D97-AF65-F5344CB8AC3E}">
        <p14:creationId xmlns:p14="http://schemas.microsoft.com/office/powerpoint/2010/main" val="65288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E21A0-F5E8-AE9A-2E29-8C87EB1C5E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41E2AC-DCA8-38D6-28B4-2A18D0096A87}"/>
              </a:ext>
            </a:extLst>
          </p:cNvPr>
          <p:cNvSpPr>
            <a:spLocks noGrp="1"/>
          </p:cNvSpPr>
          <p:nvPr>
            <p:ph type="title"/>
          </p:nvPr>
        </p:nvSpPr>
        <p:spPr/>
        <p:txBody>
          <a:bodyPr/>
          <a:lstStyle/>
          <a:p>
            <a:r>
              <a:rPr lang="en-GB"/>
              <a:t>What has changed?</a:t>
            </a:r>
          </a:p>
        </p:txBody>
      </p:sp>
      <p:sp>
        <p:nvSpPr>
          <p:cNvPr id="9" name="TextBox 8">
            <a:extLst>
              <a:ext uri="{FF2B5EF4-FFF2-40B4-BE49-F238E27FC236}">
                <a16:creationId xmlns:a16="http://schemas.microsoft.com/office/drawing/2014/main" id="{A063D3C6-6FBD-8CD8-A535-8F5B3DAABE6A}"/>
              </a:ext>
            </a:extLst>
          </p:cNvPr>
          <p:cNvSpPr txBox="1"/>
          <p:nvPr/>
        </p:nvSpPr>
        <p:spPr>
          <a:xfrm>
            <a:off x="323850" y="5497458"/>
            <a:ext cx="1295399" cy="369332"/>
          </a:xfrm>
          <a:prstGeom prst="rect">
            <a:avLst/>
          </a:prstGeom>
          <a:noFill/>
        </p:spPr>
        <p:txBody>
          <a:bodyPr wrap="square" rtlCol="0">
            <a:spAutoFit/>
          </a:bodyPr>
          <a:lstStyle/>
          <a:p>
            <a:r>
              <a:rPr lang="en-GB" err="1"/>
              <a:t>VScode</a:t>
            </a:r>
            <a:endParaRPr lang="en-GB"/>
          </a:p>
        </p:txBody>
      </p:sp>
      <p:sp>
        <p:nvSpPr>
          <p:cNvPr id="10" name="TextBox 9">
            <a:extLst>
              <a:ext uri="{FF2B5EF4-FFF2-40B4-BE49-F238E27FC236}">
                <a16:creationId xmlns:a16="http://schemas.microsoft.com/office/drawing/2014/main" id="{9E6A06A9-A6A5-8971-A6EF-A63E2B3B09C6}"/>
              </a:ext>
            </a:extLst>
          </p:cNvPr>
          <p:cNvSpPr txBox="1"/>
          <p:nvPr/>
        </p:nvSpPr>
        <p:spPr>
          <a:xfrm>
            <a:off x="6440005" y="1144689"/>
            <a:ext cx="1476375" cy="369332"/>
          </a:xfrm>
          <a:prstGeom prst="rect">
            <a:avLst/>
          </a:prstGeom>
          <a:noFill/>
        </p:spPr>
        <p:txBody>
          <a:bodyPr wrap="square" rtlCol="0">
            <a:spAutoFit/>
          </a:bodyPr>
          <a:lstStyle/>
          <a:p>
            <a:r>
              <a:rPr lang="en-GB" err="1"/>
              <a:t>Rstudio</a:t>
            </a:r>
            <a:r>
              <a:rPr lang="en-GB"/>
              <a:t> </a:t>
            </a:r>
          </a:p>
        </p:txBody>
      </p:sp>
      <p:sp>
        <p:nvSpPr>
          <p:cNvPr id="12" name="TextBox 11">
            <a:extLst>
              <a:ext uri="{FF2B5EF4-FFF2-40B4-BE49-F238E27FC236}">
                <a16:creationId xmlns:a16="http://schemas.microsoft.com/office/drawing/2014/main" id="{F2E0BCCD-AF9A-9D6E-CDBA-B4737A70251F}"/>
              </a:ext>
            </a:extLst>
          </p:cNvPr>
          <p:cNvSpPr txBox="1"/>
          <p:nvPr/>
        </p:nvSpPr>
        <p:spPr>
          <a:xfrm>
            <a:off x="4423177" y="1428327"/>
            <a:ext cx="1875597" cy="369332"/>
          </a:xfrm>
          <a:prstGeom prst="rect">
            <a:avLst/>
          </a:prstGeom>
          <a:noFill/>
        </p:spPr>
        <p:txBody>
          <a:bodyPr wrap="square" rtlCol="0">
            <a:spAutoFit/>
          </a:bodyPr>
          <a:lstStyle/>
          <a:p>
            <a:r>
              <a:rPr lang="en-GB" err="1"/>
              <a:t>Github</a:t>
            </a:r>
            <a:r>
              <a:rPr lang="en-GB"/>
              <a:t> desktop</a:t>
            </a:r>
          </a:p>
        </p:txBody>
      </p:sp>
      <p:sp>
        <p:nvSpPr>
          <p:cNvPr id="13" name="Arrow: Down 12">
            <a:extLst>
              <a:ext uri="{FF2B5EF4-FFF2-40B4-BE49-F238E27FC236}">
                <a16:creationId xmlns:a16="http://schemas.microsoft.com/office/drawing/2014/main" id="{CCBAF9AE-D880-20CC-3FDD-7A275C8FE78C}"/>
              </a:ext>
            </a:extLst>
          </p:cNvPr>
          <p:cNvSpPr/>
          <p:nvPr/>
        </p:nvSpPr>
        <p:spPr>
          <a:xfrm>
            <a:off x="4915728" y="1915492"/>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16A778F8-5022-6D94-BD03-9C985619A745}"/>
              </a:ext>
            </a:extLst>
          </p:cNvPr>
          <p:cNvSpPr/>
          <p:nvPr/>
        </p:nvSpPr>
        <p:spPr>
          <a:xfrm rot="10800000">
            <a:off x="1619249" y="5314340"/>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Down 14">
            <a:extLst>
              <a:ext uri="{FF2B5EF4-FFF2-40B4-BE49-F238E27FC236}">
                <a16:creationId xmlns:a16="http://schemas.microsoft.com/office/drawing/2014/main" id="{985CFF76-B3FC-2899-BA95-BDE4E427D79C}"/>
              </a:ext>
            </a:extLst>
          </p:cNvPr>
          <p:cNvSpPr/>
          <p:nvPr/>
        </p:nvSpPr>
        <p:spPr>
          <a:xfrm rot="16200000">
            <a:off x="6897204" y="1698184"/>
            <a:ext cx="561975" cy="5524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1956266D-ECC8-D1FD-6249-964CC47F4AC5}"/>
              </a:ext>
            </a:extLst>
          </p:cNvPr>
          <p:cNvPicPr>
            <a:picLocks noChangeAspect="1"/>
          </p:cNvPicPr>
          <p:nvPr/>
        </p:nvPicPr>
        <p:blipFill>
          <a:blip r:embed="rId3"/>
          <a:stretch>
            <a:fillRect/>
          </a:stretch>
        </p:blipFill>
        <p:spPr>
          <a:xfrm>
            <a:off x="209643" y="1437852"/>
            <a:ext cx="2610214" cy="3543795"/>
          </a:xfrm>
          <a:prstGeom prst="rect">
            <a:avLst/>
          </a:prstGeom>
        </p:spPr>
      </p:pic>
      <p:pic>
        <p:nvPicPr>
          <p:cNvPr id="7" name="Picture 6">
            <a:extLst>
              <a:ext uri="{FF2B5EF4-FFF2-40B4-BE49-F238E27FC236}">
                <a16:creationId xmlns:a16="http://schemas.microsoft.com/office/drawing/2014/main" id="{D3D592E2-D790-87A8-D37F-B6310960867C}"/>
              </a:ext>
            </a:extLst>
          </p:cNvPr>
          <p:cNvPicPr>
            <a:picLocks noChangeAspect="1"/>
          </p:cNvPicPr>
          <p:nvPr/>
        </p:nvPicPr>
        <p:blipFill>
          <a:blip r:embed="rId4"/>
          <a:stretch>
            <a:fillRect/>
          </a:stretch>
        </p:blipFill>
        <p:spPr>
          <a:xfrm>
            <a:off x="3933280" y="2676768"/>
            <a:ext cx="7811590" cy="3439005"/>
          </a:xfrm>
          <a:prstGeom prst="rect">
            <a:avLst/>
          </a:prstGeom>
        </p:spPr>
      </p:pic>
      <p:pic>
        <p:nvPicPr>
          <p:cNvPr id="19" name="Picture 18">
            <a:extLst>
              <a:ext uri="{FF2B5EF4-FFF2-40B4-BE49-F238E27FC236}">
                <a16:creationId xmlns:a16="http://schemas.microsoft.com/office/drawing/2014/main" id="{EAF1D3D8-D1E8-0976-1450-E1034F6E6492}"/>
              </a:ext>
            </a:extLst>
          </p:cNvPr>
          <p:cNvPicPr>
            <a:picLocks noChangeAspect="1"/>
          </p:cNvPicPr>
          <p:nvPr/>
        </p:nvPicPr>
        <p:blipFill>
          <a:blip r:embed="rId5"/>
          <a:stretch>
            <a:fillRect/>
          </a:stretch>
        </p:blipFill>
        <p:spPr>
          <a:xfrm>
            <a:off x="8057609" y="1019563"/>
            <a:ext cx="3372321" cy="1552792"/>
          </a:xfrm>
          <a:prstGeom prst="rect">
            <a:avLst/>
          </a:prstGeom>
        </p:spPr>
      </p:pic>
    </p:spTree>
    <p:extLst>
      <p:ext uri="{BB962C8B-B14F-4D97-AF65-F5344CB8AC3E}">
        <p14:creationId xmlns:p14="http://schemas.microsoft.com/office/powerpoint/2010/main" val="89529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E85B3F-A473-7A3A-E55F-AE642F23FBF1}"/>
              </a:ext>
            </a:extLst>
          </p:cNvPr>
          <p:cNvSpPr>
            <a:spLocks noGrp="1"/>
          </p:cNvSpPr>
          <p:nvPr>
            <p:ph idx="1"/>
          </p:nvPr>
        </p:nvSpPr>
        <p:spPr>
          <a:xfrm>
            <a:off x="432000" y="1362075"/>
            <a:ext cx="6250526" cy="4981575"/>
          </a:xfrm>
        </p:spPr>
        <p:txBody>
          <a:bodyPr>
            <a:normAutofit fontScale="92500" lnSpcReduction="10000"/>
          </a:bodyPr>
          <a:lstStyle/>
          <a:p>
            <a:pPr marL="342900" indent="-342900">
              <a:buFont typeface="Arial" panose="020B0604020202020204" pitchFamily="34" charset="0"/>
              <a:buChar char="•"/>
            </a:pPr>
            <a:r>
              <a:rPr lang="en-GB"/>
              <a:t>If you are working in a public repo, you must assume that everything you commit has been scraped and cannot be made secret again. Depending on what you have released you may need to follow IG incident processes</a:t>
            </a:r>
          </a:p>
          <a:p>
            <a:pPr marL="342900" indent="-342900">
              <a:buFont typeface="Arial" panose="020B0604020202020204" pitchFamily="34" charset="0"/>
              <a:buChar char="•"/>
            </a:pPr>
            <a:r>
              <a:rPr lang="en-GB"/>
              <a:t>If you are working in a private repo, or if you’ve committed locally but not pushed your changes to </a:t>
            </a:r>
            <a:r>
              <a:rPr lang="en-GB" err="1"/>
              <a:t>github</a:t>
            </a:r>
            <a:r>
              <a:rPr lang="en-GB"/>
              <a:t> yet, it is possible to alter the history but it’s tricky. Reach out to the rest of the team for help</a:t>
            </a:r>
          </a:p>
          <a:p>
            <a:pPr marL="342900" indent="-342900">
              <a:buFont typeface="Arial" panose="020B0604020202020204" pitchFamily="34" charset="0"/>
              <a:buChar char="•"/>
            </a:pPr>
            <a:r>
              <a:rPr lang="en-GB"/>
              <a:t>Bottom line: </a:t>
            </a:r>
            <a:r>
              <a:rPr lang="en-GB" b="1">
                <a:solidFill>
                  <a:srgbClr val="FF0000"/>
                </a:solidFill>
              </a:rPr>
              <a:t>YOU DO NOT WANT THIS TO HAPPEN </a:t>
            </a:r>
          </a:p>
          <a:p>
            <a:pPr marL="1028700" lvl="1" indent="-342900"/>
            <a:r>
              <a:rPr lang="en-GB"/>
              <a:t>Set up a .</a:t>
            </a:r>
            <a:r>
              <a:rPr lang="en-GB" err="1"/>
              <a:t>gitignore</a:t>
            </a:r>
            <a:r>
              <a:rPr lang="en-GB"/>
              <a:t> at the start of </a:t>
            </a:r>
            <a:r>
              <a:rPr lang="en-GB" u="sng"/>
              <a:t>every</a:t>
            </a:r>
            <a:r>
              <a:rPr lang="en-GB"/>
              <a:t> project. </a:t>
            </a:r>
          </a:p>
          <a:p>
            <a:pPr marL="1028700" lvl="1" indent="-342900"/>
            <a:r>
              <a:rPr lang="en-GB"/>
              <a:t>Still use your judgement. Check what you are committing every time you commit it. The .</a:t>
            </a:r>
            <a:r>
              <a:rPr lang="en-GB" err="1"/>
              <a:t>gitignore</a:t>
            </a:r>
            <a:r>
              <a:rPr lang="en-GB"/>
              <a:t> helps but you are responsible for your work</a:t>
            </a:r>
          </a:p>
        </p:txBody>
      </p:sp>
      <p:sp>
        <p:nvSpPr>
          <p:cNvPr id="4" name="Title 3">
            <a:extLst>
              <a:ext uri="{FF2B5EF4-FFF2-40B4-BE49-F238E27FC236}">
                <a16:creationId xmlns:a16="http://schemas.microsoft.com/office/drawing/2014/main" id="{5818AD4C-FC2D-746E-24AD-2CDD0E11311F}"/>
              </a:ext>
            </a:extLst>
          </p:cNvPr>
          <p:cNvSpPr>
            <a:spLocks noGrp="1"/>
          </p:cNvSpPr>
          <p:nvPr>
            <p:ph type="title"/>
          </p:nvPr>
        </p:nvSpPr>
        <p:spPr/>
        <p:txBody>
          <a:bodyPr/>
          <a:lstStyle/>
          <a:p>
            <a:r>
              <a:rPr lang="en-GB"/>
              <a:t>What if something slips through?</a:t>
            </a:r>
          </a:p>
        </p:txBody>
      </p:sp>
      <p:pic>
        <p:nvPicPr>
          <p:cNvPr id="6" name="Picture 5">
            <a:extLst>
              <a:ext uri="{FF2B5EF4-FFF2-40B4-BE49-F238E27FC236}">
                <a16:creationId xmlns:a16="http://schemas.microsoft.com/office/drawing/2014/main" id="{8F3DF24E-2381-8681-CE00-EF2CBC77F8F0}"/>
              </a:ext>
            </a:extLst>
          </p:cNvPr>
          <p:cNvPicPr>
            <a:picLocks noChangeAspect="1"/>
          </p:cNvPicPr>
          <p:nvPr/>
        </p:nvPicPr>
        <p:blipFill>
          <a:blip r:embed="rId2"/>
          <a:stretch>
            <a:fillRect/>
          </a:stretch>
        </p:blipFill>
        <p:spPr>
          <a:xfrm>
            <a:off x="6682526" y="1352259"/>
            <a:ext cx="5509473" cy="4619481"/>
          </a:xfrm>
          <a:prstGeom prst="rect">
            <a:avLst/>
          </a:prstGeom>
        </p:spPr>
      </p:pic>
    </p:spTree>
    <p:extLst>
      <p:ext uri="{BB962C8B-B14F-4D97-AF65-F5344CB8AC3E}">
        <p14:creationId xmlns:p14="http://schemas.microsoft.com/office/powerpoint/2010/main" val="4090547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88741E-0A31-203C-E532-383DDF55E02B}"/>
              </a:ext>
            </a:extLst>
          </p:cNvPr>
          <p:cNvSpPr>
            <a:spLocks noGrp="1"/>
          </p:cNvSpPr>
          <p:nvPr>
            <p:ph idx="1"/>
          </p:nvPr>
        </p:nvSpPr>
        <p:spPr>
          <a:xfrm>
            <a:off x="432000" y="1371600"/>
            <a:ext cx="11088000" cy="4856399"/>
          </a:xfrm>
        </p:spPr>
        <p:txBody>
          <a:bodyPr>
            <a:normAutofit fontScale="92500"/>
          </a:bodyPr>
          <a:lstStyle/>
          <a:p>
            <a:pPr marL="342900" indent="-342900">
              <a:buFont typeface="Arial" panose="020B0604020202020204" pitchFamily="34" charset="0"/>
              <a:buChar char="•"/>
            </a:pPr>
            <a:r>
              <a:rPr lang="en-GB" dirty="0"/>
              <a:t>You don’t have to! We have set up a very extensive template that is in our team’s template repo on </a:t>
            </a:r>
            <a:r>
              <a:rPr lang="en-GB" dirty="0" err="1"/>
              <a:t>github</a:t>
            </a:r>
            <a:r>
              <a:rPr lang="en-GB" dirty="0"/>
              <a:t>: </a:t>
            </a:r>
            <a:r>
              <a:rPr lang="en-GB" dirty="0">
                <a:hlinkClick r:id="rId2"/>
              </a:rPr>
              <a:t>https://github.com/nhsengland/se-template-public</a:t>
            </a:r>
            <a:endParaRPr lang="en-GB" dirty="0"/>
          </a:p>
          <a:p>
            <a:pPr marL="342900" indent="-342900">
              <a:buFont typeface="Arial" panose="020B0604020202020204" pitchFamily="34" charset="0"/>
              <a:buChar char="•"/>
            </a:pPr>
            <a:r>
              <a:rPr lang="en-GB" dirty="0"/>
              <a:t>When making a new repo just</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Then if you want to add something to the .</a:t>
            </a:r>
            <a:r>
              <a:rPr lang="en-GB" dirty="0" err="1"/>
              <a:t>gitignore</a:t>
            </a:r>
            <a:r>
              <a:rPr lang="en-GB" dirty="0"/>
              <a:t> you can add a line to the file (don’t forget to commit your change!). It is generally best practice to add lines to the top, so it is easier to quickly find the bespoke additions for that repo</a:t>
            </a:r>
          </a:p>
          <a:p>
            <a:pPr marL="342900" indent="-342900">
              <a:buFont typeface="Arial" panose="020B0604020202020204" pitchFamily="34" charset="0"/>
              <a:buChar char="•"/>
            </a:pPr>
            <a:r>
              <a:rPr lang="en-GB" dirty="0"/>
              <a:t>If you’ve found a file extension that you think should be added to the template you can make a change to the repo itself. Don’t forget to branch and make a pull request (yay, collaboration!)</a:t>
            </a:r>
          </a:p>
          <a:p>
            <a:pPr marL="342900" indent="-342900">
              <a:buFont typeface="Arial" panose="020B0604020202020204" pitchFamily="34" charset="0"/>
              <a:buChar char="•"/>
            </a:pPr>
            <a:endParaRPr lang="en-GB" dirty="0"/>
          </a:p>
        </p:txBody>
      </p:sp>
      <p:sp>
        <p:nvSpPr>
          <p:cNvPr id="4" name="Title 3">
            <a:extLst>
              <a:ext uri="{FF2B5EF4-FFF2-40B4-BE49-F238E27FC236}">
                <a16:creationId xmlns:a16="http://schemas.microsoft.com/office/drawing/2014/main" id="{3034EC03-1763-8C5A-CC74-0E7EE464821D}"/>
              </a:ext>
            </a:extLst>
          </p:cNvPr>
          <p:cNvSpPr>
            <a:spLocks noGrp="1"/>
          </p:cNvSpPr>
          <p:nvPr>
            <p:ph type="title"/>
          </p:nvPr>
        </p:nvSpPr>
        <p:spPr>
          <a:xfrm>
            <a:off x="432000" y="427602"/>
            <a:ext cx="11404154" cy="865186"/>
          </a:xfrm>
        </p:spPr>
        <p:txBody>
          <a:bodyPr>
            <a:normAutofit fontScale="90000"/>
          </a:bodyPr>
          <a:lstStyle/>
          <a:p>
            <a:r>
              <a:rPr lang="en-GB"/>
              <a:t>Ok you’ve </a:t>
            </a:r>
            <a:r>
              <a:rPr lang="en-GB" strike="sngStrike"/>
              <a:t>scared</a:t>
            </a:r>
            <a:r>
              <a:rPr lang="en-GB"/>
              <a:t> convinced me; how do I make a .</a:t>
            </a:r>
            <a:r>
              <a:rPr lang="en-GB" err="1"/>
              <a:t>gitignore</a:t>
            </a:r>
            <a:r>
              <a:rPr lang="en-GB"/>
              <a:t>?</a:t>
            </a:r>
            <a:endParaRPr lang="en-GB" strike="sngStrike"/>
          </a:p>
        </p:txBody>
      </p:sp>
      <p:pic>
        <p:nvPicPr>
          <p:cNvPr id="13" name="Picture 12">
            <a:extLst>
              <a:ext uri="{FF2B5EF4-FFF2-40B4-BE49-F238E27FC236}">
                <a16:creationId xmlns:a16="http://schemas.microsoft.com/office/drawing/2014/main" id="{8EFF105B-BB7E-0B2C-603A-1555B7BC9D6B}"/>
              </a:ext>
            </a:extLst>
          </p:cNvPr>
          <p:cNvPicPr>
            <a:picLocks noChangeAspect="1"/>
          </p:cNvPicPr>
          <p:nvPr/>
        </p:nvPicPr>
        <p:blipFill>
          <a:blip r:embed="rId3"/>
          <a:stretch>
            <a:fillRect/>
          </a:stretch>
        </p:blipFill>
        <p:spPr>
          <a:xfrm>
            <a:off x="514350" y="2660213"/>
            <a:ext cx="10191750" cy="1537574"/>
          </a:xfrm>
          <a:prstGeom prst="rect">
            <a:avLst/>
          </a:prstGeom>
        </p:spPr>
      </p:pic>
      <p:sp>
        <p:nvSpPr>
          <p:cNvPr id="19" name="Arrow: Bent 18">
            <a:extLst>
              <a:ext uri="{FF2B5EF4-FFF2-40B4-BE49-F238E27FC236}">
                <a16:creationId xmlns:a16="http://schemas.microsoft.com/office/drawing/2014/main" id="{0AA442A1-5DA8-AABA-C31F-2C077CB2B8C2}"/>
              </a:ext>
            </a:extLst>
          </p:cNvPr>
          <p:cNvSpPr/>
          <p:nvPr/>
        </p:nvSpPr>
        <p:spPr>
          <a:xfrm rot="5400000">
            <a:off x="7198458" y="-345217"/>
            <a:ext cx="314449" cy="553879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10335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6ED0BE-B380-5E52-815D-4A2E23FC1399}"/>
              </a:ext>
            </a:extLst>
          </p:cNvPr>
          <p:cNvSpPr>
            <a:spLocks noGrp="1"/>
          </p:cNvSpPr>
          <p:nvPr>
            <p:ph type="title"/>
          </p:nvPr>
        </p:nvSpPr>
        <p:spPr/>
        <p:txBody>
          <a:bodyPr/>
          <a:lstStyle/>
          <a:p>
            <a:r>
              <a:rPr lang="en-GB">
                <a:cs typeface="Arial"/>
              </a:rPr>
              <a:t>Task</a:t>
            </a:r>
            <a:endParaRPr lang="en-GB"/>
          </a:p>
        </p:txBody>
      </p:sp>
      <p:sp>
        <p:nvSpPr>
          <p:cNvPr id="3" name="Text Placeholder 2">
            <a:extLst>
              <a:ext uri="{FF2B5EF4-FFF2-40B4-BE49-F238E27FC236}">
                <a16:creationId xmlns:a16="http://schemas.microsoft.com/office/drawing/2014/main" id="{27344411-A9A7-ECB0-E399-A86FFAF0501F}"/>
              </a:ext>
            </a:extLst>
          </p:cNvPr>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369463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55DA-3F29-2623-9F90-CF9B9CA1D4FB}"/>
              </a:ext>
            </a:extLst>
          </p:cNvPr>
          <p:cNvSpPr>
            <a:spLocks noGrp="1"/>
          </p:cNvSpPr>
          <p:nvPr>
            <p:ph type="title"/>
          </p:nvPr>
        </p:nvSpPr>
        <p:spPr/>
        <p:txBody>
          <a:bodyPr/>
          <a:lstStyle/>
          <a:p>
            <a:r>
              <a:rPr lang="en-GB"/>
              <a:t>.</a:t>
            </a:r>
            <a:r>
              <a:rPr lang="en-GB" err="1"/>
              <a:t>gitignore</a:t>
            </a:r>
            <a:r>
              <a:rPr lang="en-GB"/>
              <a:t> Task</a:t>
            </a:r>
          </a:p>
        </p:txBody>
      </p:sp>
      <p:sp>
        <p:nvSpPr>
          <p:cNvPr id="3" name="Content Placeholder 2">
            <a:extLst>
              <a:ext uri="{FF2B5EF4-FFF2-40B4-BE49-F238E27FC236}">
                <a16:creationId xmlns:a16="http://schemas.microsoft.com/office/drawing/2014/main" id="{742D15F5-9444-F2A1-CCAC-58444448CB89}"/>
              </a:ext>
            </a:extLst>
          </p:cNvPr>
          <p:cNvSpPr>
            <a:spLocks noGrp="1"/>
          </p:cNvSpPr>
          <p:nvPr>
            <p:ph idx="1"/>
          </p:nvPr>
        </p:nvSpPr>
        <p:spPr>
          <a:xfrm>
            <a:off x="375138" y="1415778"/>
            <a:ext cx="11404154" cy="4026443"/>
          </a:xfrm>
        </p:spPr>
        <p:txBody>
          <a:bodyPr vert="horz" lIns="0" tIns="0" rIns="0" bIns="0" rtlCol="0" anchor="t">
            <a:normAutofit fontScale="85000" lnSpcReduction="20000"/>
          </a:bodyPr>
          <a:lstStyle/>
          <a:p>
            <a:pPr marL="457200" indent="-457200">
              <a:buFont typeface="+mj-lt"/>
              <a:buAutoNum type="arabicPeriod"/>
            </a:pPr>
            <a:r>
              <a:rPr lang="en-GB" dirty="0"/>
              <a:t>If you haven’t already, clone the SE teaching repo: </a:t>
            </a:r>
            <a:r>
              <a:rPr lang="en-GB" dirty="0">
                <a:hlinkClick r:id="rId2"/>
              </a:rPr>
              <a:t>https://github.com/nhsengland/SE-Teaching-Repo</a:t>
            </a:r>
            <a:endParaRPr lang="en-GB" dirty="0"/>
          </a:p>
          <a:p>
            <a:pPr marL="1143000" lvl="1" indent="-457200"/>
            <a:r>
              <a:rPr lang="en-GB" i="1" dirty="0"/>
              <a:t>(This is a private repo we created for our team as a playground for learning. If you are looking to do a similar task with your own team, we would recommend creating a similar repo using our </a:t>
            </a:r>
            <a:r>
              <a:rPr lang="en-GB" i="1" dirty="0">
                <a:hlinkClick r:id="rId3"/>
              </a:rPr>
              <a:t>template</a:t>
            </a:r>
            <a:r>
              <a:rPr lang="en-GB" i="1" dirty="0"/>
              <a:t> and adding some code files you don’t mind your team playing around with)</a:t>
            </a:r>
            <a:endParaRPr lang="en-GB" dirty="0"/>
          </a:p>
          <a:p>
            <a:pPr marL="1143000" lvl="1" indent="-457200"/>
            <a:r>
              <a:rPr lang="en-GB" dirty="0"/>
              <a:t>You can use R/VS Code/Databricks and the relevant guides are found in the side bar </a:t>
            </a:r>
            <a:r>
              <a:rPr lang="en-GB" dirty="0">
                <a:hlinkClick r:id="rId4"/>
              </a:rPr>
              <a:t>here</a:t>
            </a:r>
            <a:endParaRPr lang="en-GB" dirty="0"/>
          </a:p>
          <a:p>
            <a:pPr marL="457200" indent="-457200">
              <a:buFont typeface="+mj-lt"/>
              <a:buAutoNum type="arabicPeriod"/>
            </a:pPr>
            <a:r>
              <a:rPr lang="en-GB" dirty="0"/>
              <a:t>Create your own branch (or use the branch you made last time)</a:t>
            </a:r>
          </a:p>
          <a:p>
            <a:pPr marL="457200" indent="-457200">
              <a:buFont typeface="+mj-lt"/>
              <a:buAutoNum type="arabicPeriod"/>
            </a:pPr>
            <a:r>
              <a:rPr lang="en-GB" dirty="0"/>
              <a:t>This </a:t>
            </a:r>
            <a:r>
              <a:rPr lang="en-GB" dirty="0">
                <a:hlinkClick r:id="rId5"/>
              </a:rPr>
              <a:t>folder</a:t>
            </a:r>
            <a:r>
              <a:rPr lang="en-GB" dirty="0"/>
              <a:t> has several files in it. Add these files to your clone of the repository. Important: the .</a:t>
            </a:r>
            <a:r>
              <a:rPr lang="en-GB" dirty="0" err="1"/>
              <a:t>png</a:t>
            </a:r>
            <a:r>
              <a:rPr lang="en-GB" dirty="0"/>
              <a:t> and .</a:t>
            </a:r>
            <a:r>
              <a:rPr lang="en-GB" dirty="0" err="1"/>
              <a:t>yaml</a:t>
            </a:r>
            <a:r>
              <a:rPr lang="en-GB" dirty="0"/>
              <a:t> files are </a:t>
            </a:r>
            <a:r>
              <a:rPr lang="en-GB" b="1" dirty="0"/>
              <a:t>SENSITIVE</a:t>
            </a:r>
            <a:r>
              <a:rPr lang="en-GB" dirty="0"/>
              <a:t> and must only live in your clone of the repository. </a:t>
            </a:r>
            <a:r>
              <a:rPr lang="en-GB" b="1" dirty="0"/>
              <a:t>IT MUST NOT BE UPLOADED TO THE CLOUD VERSION OF THE REPOSITORY.</a:t>
            </a:r>
            <a:endParaRPr lang="en-GB" b="1" dirty="0">
              <a:cs typeface="Arial"/>
            </a:endParaRPr>
          </a:p>
          <a:p>
            <a:pPr marL="457200" indent="-457200">
              <a:buFont typeface="+mj-lt"/>
              <a:buAutoNum type="arabicPeriod"/>
            </a:pPr>
            <a:r>
              <a:rPr lang="en-GB" b="1" dirty="0"/>
              <a:t>What step do you need to do before committing the changes you have made to the repository in order to make sure the .</a:t>
            </a:r>
            <a:r>
              <a:rPr lang="en-GB" b="1" dirty="0" err="1"/>
              <a:t>png</a:t>
            </a:r>
            <a:r>
              <a:rPr lang="en-GB" b="1" dirty="0"/>
              <a:t> and .</a:t>
            </a:r>
            <a:r>
              <a:rPr lang="en-GB" b="1" dirty="0" err="1"/>
              <a:t>yaml</a:t>
            </a:r>
            <a:r>
              <a:rPr lang="en-GB" b="1" dirty="0"/>
              <a:t> files only exists in your clone and not in the cloud version of the repository?</a:t>
            </a:r>
          </a:p>
          <a:p>
            <a:pPr marL="457200" indent="-457200">
              <a:buFont typeface="+mj-lt"/>
              <a:buAutoNum type="arabicPeriod"/>
            </a:pPr>
            <a:r>
              <a:rPr lang="en-GB" dirty="0"/>
              <a:t>When you are happy that the sensitive files are being ignored, commit and push through the changes made to your branch</a:t>
            </a:r>
          </a:p>
          <a:p>
            <a:endParaRPr lang="en-GB" dirty="0"/>
          </a:p>
          <a:p>
            <a:endParaRPr lang="en-GB" dirty="0"/>
          </a:p>
        </p:txBody>
      </p:sp>
    </p:spTree>
    <p:extLst>
      <p:ext uri="{BB962C8B-B14F-4D97-AF65-F5344CB8AC3E}">
        <p14:creationId xmlns:p14="http://schemas.microsoft.com/office/powerpoint/2010/main" val="1033189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HSD-Refresh-Theme-NOV1120B">
  <a:themeElements>
    <a:clrScheme name="Custom 2">
      <a:dk1>
        <a:srgbClr val="FFFFFF"/>
      </a:dk1>
      <a:lt1>
        <a:srgbClr val="231F20"/>
      </a:lt1>
      <a:dk2>
        <a:srgbClr val="005EB8"/>
      </a:dk2>
      <a:lt2>
        <a:srgbClr val="F4F6F8"/>
      </a:lt2>
      <a:accent1>
        <a:srgbClr val="003087"/>
      </a:accent1>
      <a:accent2>
        <a:srgbClr val="768692"/>
      </a:accent2>
      <a:accent3>
        <a:srgbClr val="C7CED3"/>
      </a:accent3>
      <a:accent4>
        <a:srgbClr val="99DDEB"/>
      </a:accent4>
      <a:accent5>
        <a:srgbClr val="80D2CC"/>
      </a:accent5>
      <a:accent6>
        <a:srgbClr val="425563"/>
      </a:accent6>
      <a:hlink>
        <a:srgbClr val="005EB8"/>
      </a:hlink>
      <a:folHlink>
        <a:srgbClr val="0030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HSE Ppt Template" id="{FF88470C-2FD3-4E3A-A054-29EA9D5FA132}" vid="{FE9FC556-3568-42BD-A98C-E0B88106A2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D7AEB253D84D40AB028D03AF2072F9" ma:contentTypeVersion="15" ma:contentTypeDescription="Create a new document." ma:contentTypeScope="" ma:versionID="533080eb3d138c6b968512a3d4390b59">
  <xsd:schema xmlns:xsd="http://www.w3.org/2001/XMLSchema" xmlns:xs="http://www.w3.org/2001/XMLSchema" xmlns:p="http://schemas.microsoft.com/office/2006/metadata/properties" xmlns:ns1="http://schemas.microsoft.com/sharepoint/v3" xmlns:ns2="5e67cd05-db79-4376-acf2-fd97aaab4b32" xmlns:ns3="19ad61a0-b527-4b3d-990a-302b4323a1c4" targetNamespace="http://schemas.microsoft.com/office/2006/metadata/properties" ma:root="true" ma:fieldsID="74a1b8877e881588c6cba42be517be8a" ns1:_="" ns2:_="" ns3:_="">
    <xsd:import namespace="http://schemas.microsoft.com/sharepoint/v3"/>
    <xsd:import namespace="5e67cd05-db79-4376-acf2-fd97aaab4b32"/>
    <xsd:import namespace="19ad61a0-b527-4b3d-990a-302b4323a1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element ref="ns2:lcf76f155ced4ddcb4097134ff3c332f"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67cd05-db79-4376-acf2-fd97aaab4b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c8d5fda-b97d-42c6-97e2-f76465e161c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9ad61a0-b527-4b3d-990a-302b4323a1c4"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e67cd05-db79-4376-acf2-fd97aaab4b32">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SharedWithUsers xmlns="19ad61a0-b527-4b3d-990a-302b4323a1c4">
      <UserInfo>
        <DisplayName/>
        <AccountId xsi:nil="true"/>
        <AccountType/>
      </UserInfo>
    </SharedWithUsers>
  </documentManagement>
</p:properties>
</file>

<file path=customXml/itemProps1.xml><?xml version="1.0" encoding="utf-8"?>
<ds:datastoreItem xmlns:ds="http://schemas.openxmlformats.org/officeDocument/2006/customXml" ds:itemID="{C84B9ACA-0801-41E8-A674-47A524D669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e67cd05-db79-4376-acf2-fd97aaab4b32"/>
    <ds:schemaRef ds:uri="19ad61a0-b527-4b3d-990a-302b4323a1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B6D4F5-ECA0-4A22-A4DD-3335756FD664}">
  <ds:schemaRefs>
    <ds:schemaRef ds:uri="http://schemas.microsoft.com/sharepoint/v3/contenttype/forms"/>
  </ds:schemaRefs>
</ds:datastoreItem>
</file>

<file path=customXml/itemProps3.xml><?xml version="1.0" encoding="utf-8"?>
<ds:datastoreItem xmlns:ds="http://schemas.openxmlformats.org/officeDocument/2006/customXml" ds:itemID="{A12B3C52-C4E5-4003-8240-632FDE102EAB}">
  <ds:schemaRefs>
    <ds:schemaRef ds:uri="19ad61a0-b527-4b3d-990a-302b4323a1c4"/>
    <ds:schemaRef ds:uri="5e67cd05-db79-4376-acf2-fd97aaab4b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37c354b2-85b0-47f5-b222-07b48d774ee3}" enabled="0" method="" siteId="{37c354b2-85b0-47f5-b222-07b48d774ee3}" removed="1"/>
</clbl:labelList>
</file>

<file path=docProps/app.xml><?xml version="1.0" encoding="utf-8"?>
<Properties xmlns="http://schemas.openxmlformats.org/officeDocument/2006/extended-properties" xmlns:vt="http://schemas.openxmlformats.org/officeDocument/2006/docPropsVTypes">
  <Template>NHSE Ppt Template</Template>
  <TotalTime>335</TotalTime>
  <Words>2064</Words>
  <Application>Microsoft Office PowerPoint</Application>
  <PresentationFormat>Widescreen</PresentationFormat>
  <Paragraphs>116</Paragraphs>
  <Slides>20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Lexend</vt:lpstr>
      <vt:lpstr>NHSD-Refresh-Theme-NOV1120B</vt:lpstr>
      <vt:lpstr>GitHub Intro to Gitignore</vt:lpstr>
      <vt:lpstr>Important distinction:</vt:lpstr>
      <vt:lpstr>Quick reminder of how git talks to github</vt:lpstr>
      <vt:lpstr>“Three tree” model of Git</vt:lpstr>
      <vt:lpstr>Command line Git vs other tools</vt:lpstr>
      <vt:lpstr>QUIZ TIME: What do you do if your working directory has sensitive information in it?</vt:lpstr>
      <vt:lpstr>Answers time: What do you do if your working directory has sensitive information in it?</vt:lpstr>
      <vt:lpstr>.gitignore the basics</vt:lpstr>
      <vt:lpstr>How does it work?</vt:lpstr>
      <vt:lpstr>Let’s see it work with an empty repo</vt:lpstr>
      <vt:lpstr>Local clone</vt:lpstr>
      <vt:lpstr>Now for some secret stuff</vt:lpstr>
      <vt:lpstr>What does that look like?</vt:lpstr>
      <vt:lpstr>What does that look like?</vt:lpstr>
      <vt:lpstr>Quick ignore this!</vt:lpstr>
      <vt:lpstr>What has changed?</vt:lpstr>
      <vt:lpstr>What if something slips through?</vt:lpstr>
      <vt:lpstr>Ok you’ve scared convinced me; how do I make a .gitignore?</vt:lpstr>
      <vt:lpstr>Task</vt:lpstr>
      <vt:lpstr>.gitignore Task</vt:lpstr>
    </vt:vector>
  </TitlesOfParts>
  <Company>NHS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HOOK, Tom (NHS ENGLAND - X24)</dc:creator>
  <cp:lastModifiedBy>BLINCKO, Sarah (NHS ENGLAND)</cp:lastModifiedBy>
  <cp:revision>3</cp:revision>
  <dcterms:created xsi:type="dcterms:W3CDTF">2024-06-27T13:40:24Z</dcterms:created>
  <dcterms:modified xsi:type="dcterms:W3CDTF">2025-11-11T15:23:19Z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0x01010073D7AEB253D84D40AB028D03AF2072F9</vt:lpwstr>
  </property>
  <property fmtid="{D5CDD505-2E9C-101B-9397-08002B2CF9AE}" pid="3" name="_dlc_DocIdItemGuid">
    <vt:lpwstr>56579ddb-1cdf-4035-9a3d-2da04fab6c26</vt:lpwstr>
  </property>
  <property fmtid="{D5CDD505-2E9C-101B-9397-08002B2CF9AE}" pid="4" name="MediaServiceImageTags">
    <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